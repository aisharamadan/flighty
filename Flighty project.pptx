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5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Lst>
  <p:sldSz cx="18288000" cy="10287000"/>
  <p:notesSz cx="6858000" cy="9144000"/>
  <p:embeddedFontLst>
    <p:embeddedFont>
      <p:font typeface="Arial MT Pro" panose="020B0604020202020204" charset="0"/>
      <p:regular r:id="rId57"/>
    </p:embeddedFont>
    <p:embeddedFont>
      <p:font typeface="Bebas Neue" panose="020B0606020202050201" pitchFamily="34" charset="0"/>
      <p:regular r:id="rId58"/>
    </p:embeddedFont>
    <p:embeddedFont>
      <p:font typeface="Bebas Neue Bold" panose="020B0604020202020204" charset="0"/>
      <p:regular r:id="rId59"/>
    </p:embeddedFont>
    <p:embeddedFont>
      <p:font typeface="Lexend Deca" panose="020B0604020202020204" charset="0"/>
      <p:regular r:id="rId6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p:scale>
          <a:sx n="45" d="100"/>
          <a:sy n="45" d="100"/>
        </p:scale>
        <p:origin x="1234" y="19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font" Target="fonts/font2.fntdata"/><Relationship Id="rId5" Type="http://schemas.openxmlformats.org/officeDocument/2006/relationships/slide" Target="slides/slide4.xml"/><Relationship Id="rId61"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notesMaster" Target="notesMasters/notesMaster1.xml"/><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3.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font" Target="fonts/font1.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15.12.2025</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12/15/2025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12/15/2025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12/15/2025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12/15/2025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12/15/2025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svg"/><Relationship Id="rId18" Type="http://schemas.openxmlformats.org/officeDocument/2006/relationships/image" Target="../media/image16.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png"/><Relationship Id="rId17" Type="http://schemas.openxmlformats.org/officeDocument/2006/relationships/image" Target="../media/image15.svg"/><Relationship Id="rId2" Type="http://schemas.openxmlformats.org/officeDocument/2006/relationships/notesSlide" Target="../notesSlides/notesSlide1.xml"/><Relationship Id="rId16" Type="http://schemas.openxmlformats.org/officeDocument/2006/relationships/image" Target="../media/image14.png"/><Relationship Id="rId1" Type="http://schemas.openxmlformats.org/officeDocument/2006/relationships/slideLayout" Target="../slideLayouts/slideLayout7.xml"/><Relationship Id="rId6" Type="http://schemas.openxmlformats.org/officeDocument/2006/relationships/image" Target="../media/image4.png"/><Relationship Id="rId11" Type="http://schemas.openxmlformats.org/officeDocument/2006/relationships/image" Target="../media/image9.svg"/><Relationship Id="rId5" Type="http://schemas.openxmlformats.org/officeDocument/2006/relationships/image" Target="../media/image3.png"/><Relationship Id="rId15" Type="http://schemas.openxmlformats.org/officeDocument/2006/relationships/image" Target="../media/image13.svg"/><Relationship Id="rId10" Type="http://schemas.openxmlformats.org/officeDocument/2006/relationships/image" Target="../media/image8.png"/><Relationship Id="rId19" Type="http://schemas.openxmlformats.org/officeDocument/2006/relationships/image" Target="../media/image17.svg"/><Relationship Id="rId4" Type="http://schemas.openxmlformats.org/officeDocument/2006/relationships/image" Target="../media/image2.png"/><Relationship Id="rId9" Type="http://schemas.openxmlformats.org/officeDocument/2006/relationships/image" Target="../media/image7.svg"/><Relationship Id="rId14" Type="http://schemas.openxmlformats.org/officeDocument/2006/relationships/image" Target="../media/image12.png"/></Relationships>
</file>

<file path=ppt/slides/_rels/slide2.xml.rels><?xml version="1.0" encoding="UTF-8" standalone="yes"?>
<Relationships xmlns="http://schemas.openxmlformats.org/package/2006/relationships"><Relationship Id="rId8" Type="http://schemas.openxmlformats.org/officeDocument/2006/relationships/image" Target="../media/image20.svg"/><Relationship Id="rId3" Type="http://schemas.openxmlformats.org/officeDocument/2006/relationships/image" Target="../media/image1.png"/><Relationship Id="rId7" Type="http://schemas.openxmlformats.org/officeDocument/2006/relationships/image" Target="../media/image19.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18.png"/><Relationship Id="rId5" Type="http://schemas.openxmlformats.org/officeDocument/2006/relationships/image" Target="../media/image3.png"/><Relationship Id="rId10" Type="http://schemas.openxmlformats.org/officeDocument/2006/relationships/image" Target="../media/image22.svg"/><Relationship Id="rId4" Type="http://schemas.openxmlformats.org/officeDocument/2006/relationships/image" Target="../media/image2.png"/><Relationship Id="rId9" Type="http://schemas.openxmlformats.org/officeDocument/2006/relationships/image" Target="../media/image21.png"/></Relationships>
</file>

<file path=ppt/slides/_rels/slide3.xml.rels><?xml version="1.0" encoding="UTF-8" standalone="yes"?>
<Relationships xmlns="http://schemas.openxmlformats.org/package/2006/relationships"><Relationship Id="rId8" Type="http://schemas.openxmlformats.org/officeDocument/2006/relationships/image" Target="../media/image20.svg"/><Relationship Id="rId3" Type="http://schemas.openxmlformats.org/officeDocument/2006/relationships/image" Target="../media/image1.png"/><Relationship Id="rId7" Type="http://schemas.openxmlformats.org/officeDocument/2006/relationships/image" Target="../media/image19.png"/><Relationship Id="rId12" Type="http://schemas.openxmlformats.org/officeDocument/2006/relationships/image" Target="../media/image22.sv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18.png"/><Relationship Id="rId11" Type="http://schemas.openxmlformats.org/officeDocument/2006/relationships/image" Target="../media/image21.png"/><Relationship Id="rId5" Type="http://schemas.openxmlformats.org/officeDocument/2006/relationships/image" Target="../media/image3.png"/><Relationship Id="rId10" Type="http://schemas.openxmlformats.org/officeDocument/2006/relationships/image" Target="../media/image24.svg"/><Relationship Id="rId4" Type="http://schemas.openxmlformats.org/officeDocument/2006/relationships/image" Target="../media/image2.png"/><Relationship Id="rId9" Type="http://schemas.openxmlformats.org/officeDocument/2006/relationships/image" Target="../media/image23.png"/></Relationships>
</file>

<file path=ppt/slides/_rels/slide4.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31.svg"/><Relationship Id="rId3" Type="http://schemas.openxmlformats.org/officeDocument/2006/relationships/image" Target="../media/image1.png"/><Relationship Id="rId7" Type="http://schemas.openxmlformats.org/officeDocument/2006/relationships/image" Target="../media/image27.png"/><Relationship Id="rId12" Type="http://schemas.openxmlformats.org/officeDocument/2006/relationships/image" Target="../media/image30.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26.png"/><Relationship Id="rId11" Type="http://schemas.openxmlformats.org/officeDocument/2006/relationships/image" Target="../media/image29.svg"/><Relationship Id="rId5" Type="http://schemas.openxmlformats.org/officeDocument/2006/relationships/image" Target="../media/image25.png"/><Relationship Id="rId15" Type="http://schemas.openxmlformats.org/officeDocument/2006/relationships/image" Target="../media/image33.svg"/><Relationship Id="rId10" Type="http://schemas.openxmlformats.org/officeDocument/2006/relationships/image" Target="../media/image28.png"/><Relationship Id="rId4" Type="http://schemas.openxmlformats.org/officeDocument/2006/relationships/image" Target="../media/image18.png"/><Relationship Id="rId9" Type="http://schemas.openxmlformats.org/officeDocument/2006/relationships/image" Target="../media/image7.svg"/><Relationship Id="rId14" Type="http://schemas.openxmlformats.org/officeDocument/2006/relationships/image" Target="../media/image32.png"/></Relationships>
</file>

<file path=ppt/slides/_rels/slide5.xml.rels><?xml version="1.0" encoding="UTF-8" standalone="yes"?>
<Relationships xmlns="http://schemas.openxmlformats.org/package/2006/relationships"><Relationship Id="rId8" Type="http://schemas.openxmlformats.org/officeDocument/2006/relationships/image" Target="../media/image26.png"/><Relationship Id="rId13" Type="http://schemas.openxmlformats.org/officeDocument/2006/relationships/image" Target="../media/image17.svg"/><Relationship Id="rId3" Type="http://schemas.openxmlformats.org/officeDocument/2006/relationships/image" Target="../media/image1.png"/><Relationship Id="rId7" Type="http://schemas.openxmlformats.org/officeDocument/2006/relationships/image" Target="../media/image4.png"/><Relationship Id="rId12" Type="http://schemas.openxmlformats.org/officeDocument/2006/relationships/image" Target="../media/image16.png"/><Relationship Id="rId17" Type="http://schemas.openxmlformats.org/officeDocument/2006/relationships/image" Target="../media/image40.svg"/><Relationship Id="rId2" Type="http://schemas.openxmlformats.org/officeDocument/2006/relationships/notesSlide" Target="../notesSlides/notesSlide5.xml"/><Relationship Id="rId16" Type="http://schemas.openxmlformats.org/officeDocument/2006/relationships/image" Target="../media/image39.png"/><Relationship Id="rId1" Type="http://schemas.openxmlformats.org/officeDocument/2006/relationships/slideLayout" Target="../slideLayouts/slideLayout7.xml"/><Relationship Id="rId6" Type="http://schemas.openxmlformats.org/officeDocument/2006/relationships/image" Target="../media/image2.png"/><Relationship Id="rId11" Type="http://schemas.openxmlformats.org/officeDocument/2006/relationships/image" Target="../media/image11.svg"/><Relationship Id="rId5" Type="http://schemas.openxmlformats.org/officeDocument/2006/relationships/image" Target="../media/image35.svg"/><Relationship Id="rId15" Type="http://schemas.openxmlformats.org/officeDocument/2006/relationships/image" Target="../media/image38.svg"/><Relationship Id="rId10" Type="http://schemas.openxmlformats.org/officeDocument/2006/relationships/image" Target="../media/image10.png"/><Relationship Id="rId4" Type="http://schemas.openxmlformats.org/officeDocument/2006/relationships/image" Target="../media/image34.png"/><Relationship Id="rId9" Type="http://schemas.openxmlformats.org/officeDocument/2006/relationships/image" Target="../media/image36.png"/><Relationship Id="rId14" Type="http://schemas.openxmlformats.org/officeDocument/2006/relationships/image" Target="../media/image37.png"/></Relationships>
</file>

<file path=ppt/slides/_rels/slide6.xml.rels><?xml version="1.0" encoding="UTF-8" standalone="yes"?>
<Relationships xmlns="http://schemas.openxmlformats.org/package/2006/relationships"><Relationship Id="rId8" Type="http://schemas.openxmlformats.org/officeDocument/2006/relationships/image" Target="../media/image26.png"/><Relationship Id="rId13" Type="http://schemas.openxmlformats.org/officeDocument/2006/relationships/image" Target="../media/image17.svg"/><Relationship Id="rId3" Type="http://schemas.openxmlformats.org/officeDocument/2006/relationships/image" Target="../media/image1.png"/><Relationship Id="rId7" Type="http://schemas.openxmlformats.org/officeDocument/2006/relationships/image" Target="../media/image4.png"/><Relationship Id="rId12" Type="http://schemas.openxmlformats.org/officeDocument/2006/relationships/image" Target="../media/image16.png"/><Relationship Id="rId17" Type="http://schemas.openxmlformats.org/officeDocument/2006/relationships/image" Target="../media/image40.svg"/><Relationship Id="rId2" Type="http://schemas.openxmlformats.org/officeDocument/2006/relationships/notesSlide" Target="../notesSlides/notesSlide6.xml"/><Relationship Id="rId16" Type="http://schemas.openxmlformats.org/officeDocument/2006/relationships/image" Target="../media/image39.png"/><Relationship Id="rId1" Type="http://schemas.openxmlformats.org/officeDocument/2006/relationships/slideLayout" Target="../slideLayouts/slideLayout7.xml"/><Relationship Id="rId6" Type="http://schemas.openxmlformats.org/officeDocument/2006/relationships/image" Target="../media/image2.png"/><Relationship Id="rId11" Type="http://schemas.openxmlformats.org/officeDocument/2006/relationships/image" Target="../media/image11.svg"/><Relationship Id="rId5" Type="http://schemas.openxmlformats.org/officeDocument/2006/relationships/image" Target="../media/image35.svg"/><Relationship Id="rId15" Type="http://schemas.openxmlformats.org/officeDocument/2006/relationships/image" Target="../media/image38.svg"/><Relationship Id="rId10" Type="http://schemas.openxmlformats.org/officeDocument/2006/relationships/image" Target="../media/image10.png"/><Relationship Id="rId4" Type="http://schemas.openxmlformats.org/officeDocument/2006/relationships/image" Target="../media/image34.png"/><Relationship Id="rId9" Type="http://schemas.openxmlformats.org/officeDocument/2006/relationships/image" Target="../media/image36.png"/><Relationship Id="rId14" Type="http://schemas.openxmlformats.org/officeDocument/2006/relationships/image" Target="../media/image37.png"/></Relationships>
</file>

<file path=ppt/slides/_rels/slide7.xml.rels><?xml version="1.0" encoding="UTF-8" standalone="yes"?>
<Relationships xmlns="http://schemas.openxmlformats.org/package/2006/relationships"><Relationship Id="rId8" Type="http://schemas.openxmlformats.org/officeDocument/2006/relationships/image" Target="../media/image3.png"/><Relationship Id="rId13" Type="http://schemas.openxmlformats.org/officeDocument/2006/relationships/image" Target="../media/image44.svg"/><Relationship Id="rId3" Type="http://schemas.openxmlformats.org/officeDocument/2006/relationships/image" Target="../media/image1.png"/><Relationship Id="rId7" Type="http://schemas.openxmlformats.org/officeDocument/2006/relationships/image" Target="../media/image25.png"/><Relationship Id="rId12" Type="http://schemas.openxmlformats.org/officeDocument/2006/relationships/image" Target="../media/image43.png"/><Relationship Id="rId17" Type="http://schemas.openxmlformats.org/officeDocument/2006/relationships/image" Target="../media/image48.svg"/><Relationship Id="rId2" Type="http://schemas.openxmlformats.org/officeDocument/2006/relationships/notesSlide" Target="../notesSlides/notesSlide7.xml"/><Relationship Id="rId16" Type="http://schemas.openxmlformats.org/officeDocument/2006/relationships/image" Target="../media/image47.png"/><Relationship Id="rId1" Type="http://schemas.openxmlformats.org/officeDocument/2006/relationships/slideLayout" Target="../slideLayouts/slideLayout7.xml"/><Relationship Id="rId6" Type="http://schemas.openxmlformats.org/officeDocument/2006/relationships/image" Target="../media/image42.svg"/><Relationship Id="rId11" Type="http://schemas.openxmlformats.org/officeDocument/2006/relationships/image" Target="../media/image7.svg"/><Relationship Id="rId5" Type="http://schemas.openxmlformats.org/officeDocument/2006/relationships/image" Target="../media/image41.png"/><Relationship Id="rId15" Type="http://schemas.openxmlformats.org/officeDocument/2006/relationships/image" Target="../media/image46.svg"/><Relationship Id="rId10" Type="http://schemas.openxmlformats.org/officeDocument/2006/relationships/image" Target="../media/image6.png"/><Relationship Id="rId4" Type="http://schemas.openxmlformats.org/officeDocument/2006/relationships/image" Target="../media/image5.png"/><Relationship Id="rId9" Type="http://schemas.openxmlformats.org/officeDocument/2006/relationships/image" Target="../media/image26.png"/><Relationship Id="rId14" Type="http://schemas.openxmlformats.org/officeDocument/2006/relationships/image" Target="../media/image45.png"/></Relationships>
</file>

<file path=ppt/slides/_rels/slide8.xml.rels><?xml version="1.0" encoding="UTF-8" standalone="yes"?>
<Relationships xmlns="http://schemas.openxmlformats.org/package/2006/relationships"><Relationship Id="rId8" Type="http://schemas.openxmlformats.org/officeDocument/2006/relationships/image" Target="../media/image3.png"/><Relationship Id="rId13" Type="http://schemas.openxmlformats.org/officeDocument/2006/relationships/image" Target="../media/image44.svg"/><Relationship Id="rId3" Type="http://schemas.openxmlformats.org/officeDocument/2006/relationships/image" Target="../media/image1.png"/><Relationship Id="rId7" Type="http://schemas.openxmlformats.org/officeDocument/2006/relationships/image" Target="../media/image25.png"/><Relationship Id="rId12" Type="http://schemas.openxmlformats.org/officeDocument/2006/relationships/image" Target="../media/image43.png"/><Relationship Id="rId17" Type="http://schemas.openxmlformats.org/officeDocument/2006/relationships/image" Target="../media/image48.svg"/><Relationship Id="rId2" Type="http://schemas.openxmlformats.org/officeDocument/2006/relationships/notesSlide" Target="../notesSlides/notesSlide8.xml"/><Relationship Id="rId16" Type="http://schemas.openxmlformats.org/officeDocument/2006/relationships/image" Target="../media/image47.png"/><Relationship Id="rId1" Type="http://schemas.openxmlformats.org/officeDocument/2006/relationships/slideLayout" Target="../slideLayouts/slideLayout7.xml"/><Relationship Id="rId6" Type="http://schemas.openxmlformats.org/officeDocument/2006/relationships/image" Target="../media/image42.svg"/><Relationship Id="rId11" Type="http://schemas.openxmlformats.org/officeDocument/2006/relationships/image" Target="../media/image7.svg"/><Relationship Id="rId5" Type="http://schemas.openxmlformats.org/officeDocument/2006/relationships/image" Target="../media/image41.png"/><Relationship Id="rId15" Type="http://schemas.openxmlformats.org/officeDocument/2006/relationships/image" Target="../media/image46.svg"/><Relationship Id="rId10" Type="http://schemas.openxmlformats.org/officeDocument/2006/relationships/image" Target="../media/image6.png"/><Relationship Id="rId4" Type="http://schemas.openxmlformats.org/officeDocument/2006/relationships/image" Target="../media/image5.png"/><Relationship Id="rId9" Type="http://schemas.openxmlformats.org/officeDocument/2006/relationships/image" Target="../media/image26.png"/><Relationship Id="rId14" Type="http://schemas.openxmlformats.org/officeDocument/2006/relationships/image" Target="../media/image45.png"/></Relationships>
</file>

<file path=ppt/slides/_rels/slide9.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31.svg"/><Relationship Id="rId3" Type="http://schemas.openxmlformats.org/officeDocument/2006/relationships/image" Target="../media/image1.png"/><Relationship Id="rId7" Type="http://schemas.openxmlformats.org/officeDocument/2006/relationships/image" Target="../media/image27.png"/><Relationship Id="rId12" Type="http://schemas.openxmlformats.org/officeDocument/2006/relationships/image" Target="../media/image30.pn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26.png"/><Relationship Id="rId11" Type="http://schemas.openxmlformats.org/officeDocument/2006/relationships/image" Target="../media/image29.svg"/><Relationship Id="rId5" Type="http://schemas.openxmlformats.org/officeDocument/2006/relationships/image" Target="../media/image25.png"/><Relationship Id="rId15" Type="http://schemas.openxmlformats.org/officeDocument/2006/relationships/image" Target="../media/image33.svg"/><Relationship Id="rId10" Type="http://schemas.openxmlformats.org/officeDocument/2006/relationships/image" Target="../media/image28.png"/><Relationship Id="rId4" Type="http://schemas.openxmlformats.org/officeDocument/2006/relationships/image" Target="../media/image18.png"/><Relationship Id="rId9" Type="http://schemas.openxmlformats.org/officeDocument/2006/relationships/image" Target="../media/image7.svg"/><Relationship Id="rId14" Type="http://schemas.openxmlformats.org/officeDocument/2006/relationships/image" Target="../media/image32.png"/></Relationships>
</file>

<file path=ppt/slides/_rels/slide10.xml.rels><?xml version="1.0" encoding="UTF-8" standalone="yes"?>
<Relationships xmlns="http://schemas.openxmlformats.org/package/2006/relationships"><Relationship Id="rId8" Type="http://schemas.openxmlformats.org/officeDocument/2006/relationships/image" Target="../media/image50.svg"/><Relationship Id="rId13" Type="http://schemas.openxmlformats.org/officeDocument/2006/relationships/image" Target="../media/image55.svg"/><Relationship Id="rId3" Type="http://schemas.openxmlformats.org/officeDocument/2006/relationships/image" Target="../media/image1.png"/><Relationship Id="rId7" Type="http://schemas.openxmlformats.org/officeDocument/2006/relationships/image" Target="../media/image49.png"/><Relationship Id="rId12" Type="http://schemas.openxmlformats.org/officeDocument/2006/relationships/image" Target="../media/image54.png"/><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4.png"/><Relationship Id="rId11" Type="http://schemas.openxmlformats.org/officeDocument/2006/relationships/image" Target="../media/image53.svg"/><Relationship Id="rId5" Type="http://schemas.openxmlformats.org/officeDocument/2006/relationships/image" Target="../media/image36.png"/><Relationship Id="rId10" Type="http://schemas.openxmlformats.org/officeDocument/2006/relationships/image" Target="../media/image52.png"/><Relationship Id="rId4" Type="http://schemas.openxmlformats.org/officeDocument/2006/relationships/image" Target="../media/image2.png"/><Relationship Id="rId9" Type="http://schemas.openxmlformats.org/officeDocument/2006/relationships/image" Target="../media/image51.png"/></Relationships>
</file>

<file path=ppt/slides/_rels/slide11.xml.rels><?xml version="1.0" encoding="UTF-8" standalone="yes"?>
<Relationships xmlns="http://schemas.openxmlformats.org/package/2006/relationships"><Relationship Id="rId8" Type="http://schemas.openxmlformats.org/officeDocument/2006/relationships/image" Target="../media/image50.svg"/><Relationship Id="rId13" Type="http://schemas.openxmlformats.org/officeDocument/2006/relationships/image" Target="../media/image57.svg"/><Relationship Id="rId3" Type="http://schemas.openxmlformats.org/officeDocument/2006/relationships/image" Target="../media/image1.png"/><Relationship Id="rId7" Type="http://schemas.openxmlformats.org/officeDocument/2006/relationships/image" Target="../media/image49.png"/><Relationship Id="rId12" Type="http://schemas.openxmlformats.org/officeDocument/2006/relationships/image" Target="../media/image56.png"/><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image4.png"/><Relationship Id="rId11" Type="http://schemas.openxmlformats.org/officeDocument/2006/relationships/image" Target="../media/image53.svg"/><Relationship Id="rId5" Type="http://schemas.openxmlformats.org/officeDocument/2006/relationships/image" Target="../media/image36.png"/><Relationship Id="rId10" Type="http://schemas.openxmlformats.org/officeDocument/2006/relationships/image" Target="../media/image52.png"/><Relationship Id="rId4" Type="http://schemas.openxmlformats.org/officeDocument/2006/relationships/image" Target="../media/image2.png"/><Relationship Id="rId9" Type="http://schemas.openxmlformats.org/officeDocument/2006/relationships/image" Target="../media/image51.png"/></Relationships>
</file>

<file path=ppt/slides/_rels/slide12.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31.svg"/><Relationship Id="rId3" Type="http://schemas.openxmlformats.org/officeDocument/2006/relationships/image" Target="../media/image1.png"/><Relationship Id="rId7" Type="http://schemas.openxmlformats.org/officeDocument/2006/relationships/image" Target="../media/image27.png"/><Relationship Id="rId12" Type="http://schemas.openxmlformats.org/officeDocument/2006/relationships/image" Target="../media/image30.png"/><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image" Target="../media/image26.png"/><Relationship Id="rId11" Type="http://schemas.openxmlformats.org/officeDocument/2006/relationships/image" Target="../media/image29.svg"/><Relationship Id="rId5" Type="http://schemas.openxmlformats.org/officeDocument/2006/relationships/image" Target="../media/image25.png"/><Relationship Id="rId15" Type="http://schemas.openxmlformats.org/officeDocument/2006/relationships/image" Target="../media/image33.svg"/><Relationship Id="rId10" Type="http://schemas.openxmlformats.org/officeDocument/2006/relationships/image" Target="../media/image28.png"/><Relationship Id="rId4" Type="http://schemas.openxmlformats.org/officeDocument/2006/relationships/image" Target="../media/image18.png"/><Relationship Id="rId9" Type="http://schemas.openxmlformats.org/officeDocument/2006/relationships/image" Target="../media/image7.svg"/><Relationship Id="rId14" Type="http://schemas.openxmlformats.org/officeDocument/2006/relationships/image" Target="../media/image32.png"/></Relationships>
</file>

<file path=ppt/slides/_rels/slide13.xml.rels><?xml version="1.0" encoding="UTF-8" standalone="yes"?>
<Relationships xmlns="http://schemas.openxmlformats.org/package/2006/relationships"><Relationship Id="rId8" Type="http://schemas.openxmlformats.org/officeDocument/2006/relationships/image" Target="../media/image60.png"/><Relationship Id="rId13" Type="http://schemas.openxmlformats.org/officeDocument/2006/relationships/image" Target="../media/image65.svg"/><Relationship Id="rId3" Type="http://schemas.openxmlformats.org/officeDocument/2006/relationships/image" Target="../media/image1.png"/><Relationship Id="rId7" Type="http://schemas.openxmlformats.org/officeDocument/2006/relationships/image" Target="../media/image59.svg"/><Relationship Id="rId12" Type="http://schemas.openxmlformats.org/officeDocument/2006/relationships/image" Target="../media/image64.png"/><Relationship Id="rId2" Type="http://schemas.openxmlformats.org/officeDocument/2006/relationships/notesSlide" Target="../notesSlides/notesSlide13.xml"/><Relationship Id="rId1" Type="http://schemas.openxmlformats.org/officeDocument/2006/relationships/slideLayout" Target="../slideLayouts/slideLayout7.xml"/><Relationship Id="rId6" Type="http://schemas.openxmlformats.org/officeDocument/2006/relationships/image" Target="../media/image58.png"/><Relationship Id="rId11" Type="http://schemas.openxmlformats.org/officeDocument/2006/relationships/image" Target="../media/image63.svg"/><Relationship Id="rId5" Type="http://schemas.openxmlformats.org/officeDocument/2006/relationships/image" Target="../media/image5.png"/><Relationship Id="rId10" Type="http://schemas.openxmlformats.org/officeDocument/2006/relationships/image" Target="../media/image62.png"/><Relationship Id="rId4" Type="http://schemas.openxmlformats.org/officeDocument/2006/relationships/image" Target="../media/image27.png"/><Relationship Id="rId9" Type="http://schemas.openxmlformats.org/officeDocument/2006/relationships/image" Target="../media/image61.svg"/><Relationship Id="rId14" Type="http://schemas.openxmlformats.org/officeDocument/2006/relationships/image" Target="../media/image66.png"/></Relationships>
</file>

<file path=ppt/slides/_rels/slide14.xml.rels><?xml version="1.0" encoding="UTF-8" standalone="yes"?>
<Relationships xmlns="http://schemas.openxmlformats.org/package/2006/relationships"><Relationship Id="rId8" Type="http://schemas.openxmlformats.org/officeDocument/2006/relationships/image" Target="../media/image68.svg"/><Relationship Id="rId13" Type="http://schemas.openxmlformats.org/officeDocument/2006/relationships/image" Target="../media/image73.png"/><Relationship Id="rId3" Type="http://schemas.openxmlformats.org/officeDocument/2006/relationships/image" Target="../media/image1.png"/><Relationship Id="rId7" Type="http://schemas.openxmlformats.org/officeDocument/2006/relationships/image" Target="../media/image67.png"/><Relationship Id="rId12" Type="http://schemas.openxmlformats.org/officeDocument/2006/relationships/image" Target="../media/image72.svg"/><Relationship Id="rId2" Type="http://schemas.openxmlformats.org/officeDocument/2006/relationships/notesSlide" Target="../notesSlides/notesSlide14.xml"/><Relationship Id="rId1" Type="http://schemas.openxmlformats.org/officeDocument/2006/relationships/slideLayout" Target="../slideLayouts/slideLayout7.xml"/><Relationship Id="rId6" Type="http://schemas.openxmlformats.org/officeDocument/2006/relationships/image" Target="../media/image26.png"/><Relationship Id="rId11" Type="http://schemas.openxmlformats.org/officeDocument/2006/relationships/image" Target="../media/image71.png"/><Relationship Id="rId5" Type="http://schemas.openxmlformats.org/officeDocument/2006/relationships/image" Target="../media/image25.png"/><Relationship Id="rId10" Type="http://schemas.openxmlformats.org/officeDocument/2006/relationships/image" Target="../media/image70.svg"/><Relationship Id="rId4" Type="http://schemas.openxmlformats.org/officeDocument/2006/relationships/image" Target="../media/image5.png"/><Relationship Id="rId9" Type="http://schemas.openxmlformats.org/officeDocument/2006/relationships/image" Target="../media/image69.png"/></Relationships>
</file>

<file path=ppt/slides/_rels/slide15.xml.rels><?xml version="1.0" encoding="UTF-8" standalone="yes"?>
<Relationships xmlns="http://schemas.openxmlformats.org/package/2006/relationships"><Relationship Id="rId8" Type="http://schemas.openxmlformats.org/officeDocument/2006/relationships/image" Target="../media/image60.png"/><Relationship Id="rId13" Type="http://schemas.openxmlformats.org/officeDocument/2006/relationships/image" Target="../media/image65.svg"/><Relationship Id="rId3" Type="http://schemas.openxmlformats.org/officeDocument/2006/relationships/image" Target="../media/image1.png"/><Relationship Id="rId7" Type="http://schemas.openxmlformats.org/officeDocument/2006/relationships/image" Target="../media/image59.svg"/><Relationship Id="rId12" Type="http://schemas.openxmlformats.org/officeDocument/2006/relationships/image" Target="../media/image64.png"/><Relationship Id="rId2" Type="http://schemas.openxmlformats.org/officeDocument/2006/relationships/notesSlide" Target="../notesSlides/notesSlide15.xml"/><Relationship Id="rId1" Type="http://schemas.openxmlformats.org/officeDocument/2006/relationships/slideLayout" Target="../slideLayouts/slideLayout7.xml"/><Relationship Id="rId6" Type="http://schemas.openxmlformats.org/officeDocument/2006/relationships/image" Target="../media/image58.png"/><Relationship Id="rId11" Type="http://schemas.openxmlformats.org/officeDocument/2006/relationships/image" Target="../media/image63.svg"/><Relationship Id="rId5" Type="http://schemas.openxmlformats.org/officeDocument/2006/relationships/image" Target="../media/image5.png"/><Relationship Id="rId10" Type="http://schemas.openxmlformats.org/officeDocument/2006/relationships/image" Target="../media/image62.png"/><Relationship Id="rId4" Type="http://schemas.openxmlformats.org/officeDocument/2006/relationships/image" Target="../media/image27.png"/><Relationship Id="rId9" Type="http://schemas.openxmlformats.org/officeDocument/2006/relationships/image" Target="../media/image61.svg"/><Relationship Id="rId14" Type="http://schemas.openxmlformats.org/officeDocument/2006/relationships/image" Target="../media/image66.png"/></Relationships>
</file>

<file path=ppt/slides/_rels/slide16.xml.rels><?xml version="1.0" encoding="UTF-8" standalone="yes"?>
<Relationships xmlns="http://schemas.openxmlformats.org/package/2006/relationships"><Relationship Id="rId8" Type="http://schemas.openxmlformats.org/officeDocument/2006/relationships/image" Target="../media/image68.svg"/><Relationship Id="rId13" Type="http://schemas.openxmlformats.org/officeDocument/2006/relationships/image" Target="../media/image74.png"/><Relationship Id="rId3" Type="http://schemas.openxmlformats.org/officeDocument/2006/relationships/image" Target="../media/image1.png"/><Relationship Id="rId7" Type="http://schemas.openxmlformats.org/officeDocument/2006/relationships/image" Target="../media/image67.png"/><Relationship Id="rId12" Type="http://schemas.openxmlformats.org/officeDocument/2006/relationships/image" Target="../media/image72.svg"/><Relationship Id="rId2" Type="http://schemas.openxmlformats.org/officeDocument/2006/relationships/notesSlide" Target="../notesSlides/notesSlide16.xml"/><Relationship Id="rId1" Type="http://schemas.openxmlformats.org/officeDocument/2006/relationships/slideLayout" Target="../slideLayouts/slideLayout7.xml"/><Relationship Id="rId6" Type="http://schemas.openxmlformats.org/officeDocument/2006/relationships/image" Target="../media/image26.png"/><Relationship Id="rId11" Type="http://schemas.openxmlformats.org/officeDocument/2006/relationships/image" Target="../media/image71.png"/><Relationship Id="rId5" Type="http://schemas.openxmlformats.org/officeDocument/2006/relationships/image" Target="../media/image25.png"/><Relationship Id="rId10" Type="http://schemas.openxmlformats.org/officeDocument/2006/relationships/image" Target="../media/image70.svg"/><Relationship Id="rId4" Type="http://schemas.openxmlformats.org/officeDocument/2006/relationships/image" Target="../media/image5.png"/><Relationship Id="rId9" Type="http://schemas.openxmlformats.org/officeDocument/2006/relationships/image" Target="../media/image69.png"/></Relationships>
</file>

<file path=ppt/slides/_rels/slide17.xml.rels><?xml version="1.0" encoding="UTF-8" standalone="yes"?>
<Relationships xmlns="http://schemas.openxmlformats.org/package/2006/relationships"><Relationship Id="rId8" Type="http://schemas.openxmlformats.org/officeDocument/2006/relationships/image" Target="../media/image58.png"/><Relationship Id="rId13" Type="http://schemas.openxmlformats.org/officeDocument/2006/relationships/image" Target="../media/image65.svg"/><Relationship Id="rId3" Type="http://schemas.openxmlformats.org/officeDocument/2006/relationships/image" Target="../media/image62.png"/><Relationship Id="rId7" Type="http://schemas.openxmlformats.org/officeDocument/2006/relationships/image" Target="../media/image5.png"/><Relationship Id="rId12" Type="http://schemas.openxmlformats.org/officeDocument/2006/relationships/image" Target="../media/image64.png"/><Relationship Id="rId2" Type="http://schemas.openxmlformats.org/officeDocument/2006/relationships/notesSlide" Target="../notesSlides/notesSlide17.xml"/><Relationship Id="rId1" Type="http://schemas.openxmlformats.org/officeDocument/2006/relationships/slideLayout" Target="../slideLayouts/slideLayout7.xml"/><Relationship Id="rId6" Type="http://schemas.openxmlformats.org/officeDocument/2006/relationships/image" Target="../media/image27.png"/><Relationship Id="rId11" Type="http://schemas.openxmlformats.org/officeDocument/2006/relationships/image" Target="../media/image61.svg"/><Relationship Id="rId5" Type="http://schemas.openxmlformats.org/officeDocument/2006/relationships/image" Target="../media/image1.png"/><Relationship Id="rId10" Type="http://schemas.openxmlformats.org/officeDocument/2006/relationships/image" Target="../media/image60.png"/><Relationship Id="rId4" Type="http://schemas.openxmlformats.org/officeDocument/2006/relationships/image" Target="../media/image63.svg"/><Relationship Id="rId9" Type="http://schemas.openxmlformats.org/officeDocument/2006/relationships/image" Target="../media/image59.svg"/><Relationship Id="rId14" Type="http://schemas.openxmlformats.org/officeDocument/2006/relationships/image" Target="../media/image66.png"/></Relationships>
</file>

<file path=ppt/slides/_rels/slide18.xml.rels><?xml version="1.0" encoding="UTF-8" standalone="yes"?>
<Relationships xmlns="http://schemas.openxmlformats.org/package/2006/relationships"><Relationship Id="rId8" Type="http://schemas.openxmlformats.org/officeDocument/2006/relationships/image" Target="../media/image68.svg"/><Relationship Id="rId13" Type="http://schemas.openxmlformats.org/officeDocument/2006/relationships/image" Target="../media/image75.png"/><Relationship Id="rId3" Type="http://schemas.openxmlformats.org/officeDocument/2006/relationships/image" Target="../media/image1.png"/><Relationship Id="rId7" Type="http://schemas.openxmlformats.org/officeDocument/2006/relationships/image" Target="../media/image67.png"/><Relationship Id="rId12" Type="http://schemas.openxmlformats.org/officeDocument/2006/relationships/image" Target="../media/image72.svg"/><Relationship Id="rId2" Type="http://schemas.openxmlformats.org/officeDocument/2006/relationships/notesSlide" Target="../notesSlides/notesSlide18.xml"/><Relationship Id="rId1" Type="http://schemas.openxmlformats.org/officeDocument/2006/relationships/slideLayout" Target="../slideLayouts/slideLayout7.xml"/><Relationship Id="rId6" Type="http://schemas.openxmlformats.org/officeDocument/2006/relationships/image" Target="../media/image26.png"/><Relationship Id="rId11" Type="http://schemas.openxmlformats.org/officeDocument/2006/relationships/image" Target="../media/image71.png"/><Relationship Id="rId5" Type="http://schemas.openxmlformats.org/officeDocument/2006/relationships/image" Target="../media/image25.png"/><Relationship Id="rId10" Type="http://schemas.openxmlformats.org/officeDocument/2006/relationships/image" Target="../media/image70.svg"/><Relationship Id="rId4" Type="http://schemas.openxmlformats.org/officeDocument/2006/relationships/image" Target="../media/image5.png"/><Relationship Id="rId9" Type="http://schemas.openxmlformats.org/officeDocument/2006/relationships/image" Target="../media/image69.png"/></Relationships>
</file>

<file path=ppt/slides/_rels/slide19.xml.rels><?xml version="1.0" encoding="UTF-8" standalone="yes"?>
<Relationships xmlns="http://schemas.openxmlformats.org/package/2006/relationships"><Relationship Id="rId8" Type="http://schemas.openxmlformats.org/officeDocument/2006/relationships/image" Target="../media/image60.png"/><Relationship Id="rId13" Type="http://schemas.openxmlformats.org/officeDocument/2006/relationships/image" Target="../media/image65.svg"/><Relationship Id="rId3" Type="http://schemas.openxmlformats.org/officeDocument/2006/relationships/image" Target="../media/image1.png"/><Relationship Id="rId7" Type="http://schemas.openxmlformats.org/officeDocument/2006/relationships/image" Target="../media/image59.svg"/><Relationship Id="rId12" Type="http://schemas.openxmlformats.org/officeDocument/2006/relationships/image" Target="../media/image64.png"/><Relationship Id="rId2" Type="http://schemas.openxmlformats.org/officeDocument/2006/relationships/notesSlide" Target="../notesSlides/notesSlide19.xml"/><Relationship Id="rId1" Type="http://schemas.openxmlformats.org/officeDocument/2006/relationships/slideLayout" Target="../slideLayouts/slideLayout7.xml"/><Relationship Id="rId6" Type="http://schemas.openxmlformats.org/officeDocument/2006/relationships/image" Target="../media/image58.png"/><Relationship Id="rId11" Type="http://schemas.openxmlformats.org/officeDocument/2006/relationships/image" Target="../media/image63.svg"/><Relationship Id="rId5" Type="http://schemas.openxmlformats.org/officeDocument/2006/relationships/image" Target="../media/image5.png"/><Relationship Id="rId10" Type="http://schemas.openxmlformats.org/officeDocument/2006/relationships/image" Target="../media/image62.png"/><Relationship Id="rId4" Type="http://schemas.openxmlformats.org/officeDocument/2006/relationships/image" Target="../media/image27.png"/><Relationship Id="rId9" Type="http://schemas.openxmlformats.org/officeDocument/2006/relationships/image" Target="../media/image61.svg"/><Relationship Id="rId14" Type="http://schemas.openxmlformats.org/officeDocument/2006/relationships/image" Target="../media/image66.png"/></Relationships>
</file>

<file path=ppt/slides/_rels/slide20.xml.rels><?xml version="1.0" encoding="UTF-8" standalone="yes"?>
<Relationships xmlns="http://schemas.openxmlformats.org/package/2006/relationships"><Relationship Id="rId8" Type="http://schemas.openxmlformats.org/officeDocument/2006/relationships/image" Target="../media/image68.svg"/><Relationship Id="rId13" Type="http://schemas.openxmlformats.org/officeDocument/2006/relationships/image" Target="../media/image76.png"/><Relationship Id="rId3" Type="http://schemas.openxmlformats.org/officeDocument/2006/relationships/image" Target="../media/image1.png"/><Relationship Id="rId7" Type="http://schemas.openxmlformats.org/officeDocument/2006/relationships/image" Target="../media/image67.png"/><Relationship Id="rId12" Type="http://schemas.openxmlformats.org/officeDocument/2006/relationships/image" Target="../media/image72.svg"/><Relationship Id="rId2" Type="http://schemas.openxmlformats.org/officeDocument/2006/relationships/notesSlide" Target="../notesSlides/notesSlide20.xml"/><Relationship Id="rId1" Type="http://schemas.openxmlformats.org/officeDocument/2006/relationships/slideLayout" Target="../slideLayouts/slideLayout7.xml"/><Relationship Id="rId6" Type="http://schemas.openxmlformats.org/officeDocument/2006/relationships/image" Target="../media/image26.png"/><Relationship Id="rId11" Type="http://schemas.openxmlformats.org/officeDocument/2006/relationships/image" Target="../media/image71.png"/><Relationship Id="rId5" Type="http://schemas.openxmlformats.org/officeDocument/2006/relationships/image" Target="../media/image25.png"/><Relationship Id="rId10" Type="http://schemas.openxmlformats.org/officeDocument/2006/relationships/image" Target="../media/image70.svg"/><Relationship Id="rId4" Type="http://schemas.openxmlformats.org/officeDocument/2006/relationships/image" Target="../media/image5.png"/><Relationship Id="rId9" Type="http://schemas.openxmlformats.org/officeDocument/2006/relationships/image" Target="../media/image69.png"/></Relationships>
</file>

<file path=ppt/slides/_rels/slide21.xml.rels><?xml version="1.0" encoding="UTF-8" standalone="yes"?>
<Relationships xmlns="http://schemas.openxmlformats.org/package/2006/relationships"><Relationship Id="rId8" Type="http://schemas.openxmlformats.org/officeDocument/2006/relationships/image" Target="../media/image60.png"/><Relationship Id="rId13" Type="http://schemas.openxmlformats.org/officeDocument/2006/relationships/image" Target="../media/image65.svg"/><Relationship Id="rId3" Type="http://schemas.openxmlformats.org/officeDocument/2006/relationships/image" Target="../media/image1.png"/><Relationship Id="rId7" Type="http://schemas.openxmlformats.org/officeDocument/2006/relationships/image" Target="../media/image59.svg"/><Relationship Id="rId12" Type="http://schemas.openxmlformats.org/officeDocument/2006/relationships/image" Target="../media/image64.png"/><Relationship Id="rId2" Type="http://schemas.openxmlformats.org/officeDocument/2006/relationships/notesSlide" Target="../notesSlides/notesSlide21.xml"/><Relationship Id="rId1" Type="http://schemas.openxmlformats.org/officeDocument/2006/relationships/slideLayout" Target="../slideLayouts/slideLayout7.xml"/><Relationship Id="rId6" Type="http://schemas.openxmlformats.org/officeDocument/2006/relationships/image" Target="../media/image58.png"/><Relationship Id="rId11" Type="http://schemas.openxmlformats.org/officeDocument/2006/relationships/image" Target="../media/image63.svg"/><Relationship Id="rId5" Type="http://schemas.openxmlformats.org/officeDocument/2006/relationships/image" Target="../media/image5.png"/><Relationship Id="rId10" Type="http://schemas.openxmlformats.org/officeDocument/2006/relationships/image" Target="../media/image62.png"/><Relationship Id="rId4" Type="http://schemas.openxmlformats.org/officeDocument/2006/relationships/image" Target="../media/image27.png"/><Relationship Id="rId9" Type="http://schemas.openxmlformats.org/officeDocument/2006/relationships/image" Target="../media/image61.svg"/><Relationship Id="rId14" Type="http://schemas.openxmlformats.org/officeDocument/2006/relationships/image" Target="../media/image66.png"/></Relationships>
</file>

<file path=ppt/slides/_rels/slide22.xml.rels><?xml version="1.0" encoding="UTF-8" standalone="yes"?>
<Relationships xmlns="http://schemas.openxmlformats.org/package/2006/relationships"><Relationship Id="rId8" Type="http://schemas.openxmlformats.org/officeDocument/2006/relationships/image" Target="../media/image68.svg"/><Relationship Id="rId13" Type="http://schemas.openxmlformats.org/officeDocument/2006/relationships/image" Target="../media/image77.png"/><Relationship Id="rId3" Type="http://schemas.openxmlformats.org/officeDocument/2006/relationships/image" Target="../media/image1.png"/><Relationship Id="rId7" Type="http://schemas.openxmlformats.org/officeDocument/2006/relationships/image" Target="../media/image67.png"/><Relationship Id="rId12" Type="http://schemas.openxmlformats.org/officeDocument/2006/relationships/image" Target="../media/image72.svg"/><Relationship Id="rId2" Type="http://schemas.openxmlformats.org/officeDocument/2006/relationships/notesSlide" Target="../notesSlides/notesSlide22.xml"/><Relationship Id="rId1" Type="http://schemas.openxmlformats.org/officeDocument/2006/relationships/slideLayout" Target="../slideLayouts/slideLayout7.xml"/><Relationship Id="rId6" Type="http://schemas.openxmlformats.org/officeDocument/2006/relationships/image" Target="../media/image26.png"/><Relationship Id="rId11" Type="http://schemas.openxmlformats.org/officeDocument/2006/relationships/image" Target="../media/image71.png"/><Relationship Id="rId5" Type="http://schemas.openxmlformats.org/officeDocument/2006/relationships/image" Target="../media/image25.png"/><Relationship Id="rId10" Type="http://schemas.openxmlformats.org/officeDocument/2006/relationships/image" Target="../media/image70.svg"/><Relationship Id="rId4" Type="http://schemas.openxmlformats.org/officeDocument/2006/relationships/image" Target="../media/image5.png"/><Relationship Id="rId9" Type="http://schemas.openxmlformats.org/officeDocument/2006/relationships/image" Target="../media/image69.png"/></Relationships>
</file>

<file path=ppt/slides/_rels/slide23.xml.rels><?xml version="1.0" encoding="UTF-8" standalone="yes"?>
<Relationships xmlns="http://schemas.openxmlformats.org/package/2006/relationships"><Relationship Id="rId8" Type="http://schemas.openxmlformats.org/officeDocument/2006/relationships/image" Target="../media/image60.png"/><Relationship Id="rId13" Type="http://schemas.openxmlformats.org/officeDocument/2006/relationships/image" Target="../media/image65.svg"/><Relationship Id="rId3" Type="http://schemas.openxmlformats.org/officeDocument/2006/relationships/image" Target="../media/image1.png"/><Relationship Id="rId7" Type="http://schemas.openxmlformats.org/officeDocument/2006/relationships/image" Target="../media/image59.svg"/><Relationship Id="rId12" Type="http://schemas.openxmlformats.org/officeDocument/2006/relationships/image" Target="../media/image64.png"/><Relationship Id="rId2" Type="http://schemas.openxmlformats.org/officeDocument/2006/relationships/notesSlide" Target="../notesSlides/notesSlide23.xml"/><Relationship Id="rId1" Type="http://schemas.openxmlformats.org/officeDocument/2006/relationships/slideLayout" Target="../slideLayouts/slideLayout7.xml"/><Relationship Id="rId6" Type="http://schemas.openxmlformats.org/officeDocument/2006/relationships/image" Target="../media/image58.png"/><Relationship Id="rId11" Type="http://schemas.openxmlformats.org/officeDocument/2006/relationships/image" Target="../media/image63.svg"/><Relationship Id="rId5" Type="http://schemas.openxmlformats.org/officeDocument/2006/relationships/image" Target="../media/image5.png"/><Relationship Id="rId10" Type="http://schemas.openxmlformats.org/officeDocument/2006/relationships/image" Target="../media/image62.png"/><Relationship Id="rId4" Type="http://schemas.openxmlformats.org/officeDocument/2006/relationships/image" Target="../media/image27.png"/><Relationship Id="rId9" Type="http://schemas.openxmlformats.org/officeDocument/2006/relationships/image" Target="../media/image61.svg"/><Relationship Id="rId14" Type="http://schemas.openxmlformats.org/officeDocument/2006/relationships/image" Target="../media/image66.png"/></Relationships>
</file>

<file path=ppt/slides/_rels/slide24.xml.rels><?xml version="1.0" encoding="UTF-8" standalone="yes"?>
<Relationships xmlns="http://schemas.openxmlformats.org/package/2006/relationships"><Relationship Id="rId8" Type="http://schemas.openxmlformats.org/officeDocument/2006/relationships/image" Target="../media/image68.svg"/><Relationship Id="rId13" Type="http://schemas.openxmlformats.org/officeDocument/2006/relationships/image" Target="../media/image78.png"/><Relationship Id="rId3" Type="http://schemas.openxmlformats.org/officeDocument/2006/relationships/image" Target="../media/image1.png"/><Relationship Id="rId7" Type="http://schemas.openxmlformats.org/officeDocument/2006/relationships/image" Target="../media/image67.png"/><Relationship Id="rId12" Type="http://schemas.openxmlformats.org/officeDocument/2006/relationships/image" Target="../media/image72.svg"/><Relationship Id="rId2" Type="http://schemas.openxmlformats.org/officeDocument/2006/relationships/notesSlide" Target="../notesSlides/notesSlide24.xml"/><Relationship Id="rId1" Type="http://schemas.openxmlformats.org/officeDocument/2006/relationships/slideLayout" Target="../slideLayouts/slideLayout7.xml"/><Relationship Id="rId6" Type="http://schemas.openxmlformats.org/officeDocument/2006/relationships/image" Target="../media/image26.png"/><Relationship Id="rId11" Type="http://schemas.openxmlformats.org/officeDocument/2006/relationships/image" Target="../media/image71.png"/><Relationship Id="rId5" Type="http://schemas.openxmlformats.org/officeDocument/2006/relationships/image" Target="../media/image25.png"/><Relationship Id="rId10" Type="http://schemas.openxmlformats.org/officeDocument/2006/relationships/image" Target="../media/image70.svg"/><Relationship Id="rId4" Type="http://schemas.openxmlformats.org/officeDocument/2006/relationships/image" Target="../media/image5.png"/><Relationship Id="rId9" Type="http://schemas.openxmlformats.org/officeDocument/2006/relationships/image" Target="../media/image69.png"/></Relationships>
</file>

<file path=ppt/slides/_rels/slide25.xml.rels><?xml version="1.0" encoding="UTF-8" standalone="yes"?>
<Relationships xmlns="http://schemas.openxmlformats.org/package/2006/relationships"><Relationship Id="rId8" Type="http://schemas.openxmlformats.org/officeDocument/2006/relationships/image" Target="../media/image68.svg"/><Relationship Id="rId13" Type="http://schemas.openxmlformats.org/officeDocument/2006/relationships/image" Target="../media/image79.png"/><Relationship Id="rId3" Type="http://schemas.openxmlformats.org/officeDocument/2006/relationships/image" Target="../media/image1.png"/><Relationship Id="rId7" Type="http://schemas.openxmlformats.org/officeDocument/2006/relationships/image" Target="../media/image67.png"/><Relationship Id="rId12" Type="http://schemas.openxmlformats.org/officeDocument/2006/relationships/image" Target="../media/image72.svg"/><Relationship Id="rId2" Type="http://schemas.openxmlformats.org/officeDocument/2006/relationships/notesSlide" Target="../notesSlides/notesSlide25.xml"/><Relationship Id="rId1" Type="http://schemas.openxmlformats.org/officeDocument/2006/relationships/slideLayout" Target="../slideLayouts/slideLayout7.xml"/><Relationship Id="rId6" Type="http://schemas.openxmlformats.org/officeDocument/2006/relationships/image" Target="../media/image26.png"/><Relationship Id="rId11" Type="http://schemas.openxmlformats.org/officeDocument/2006/relationships/image" Target="../media/image71.png"/><Relationship Id="rId5" Type="http://schemas.openxmlformats.org/officeDocument/2006/relationships/image" Target="../media/image25.png"/><Relationship Id="rId10" Type="http://schemas.openxmlformats.org/officeDocument/2006/relationships/image" Target="../media/image70.svg"/><Relationship Id="rId4" Type="http://schemas.openxmlformats.org/officeDocument/2006/relationships/image" Target="../media/image5.png"/><Relationship Id="rId9" Type="http://schemas.openxmlformats.org/officeDocument/2006/relationships/image" Target="../media/image69.png"/></Relationships>
</file>

<file path=ppt/slides/_rels/slide26.xml.rels><?xml version="1.0" encoding="UTF-8" standalone="yes"?>
<Relationships xmlns="http://schemas.openxmlformats.org/package/2006/relationships"><Relationship Id="rId8" Type="http://schemas.openxmlformats.org/officeDocument/2006/relationships/image" Target="../media/image60.png"/><Relationship Id="rId13" Type="http://schemas.openxmlformats.org/officeDocument/2006/relationships/image" Target="../media/image65.svg"/><Relationship Id="rId3" Type="http://schemas.openxmlformats.org/officeDocument/2006/relationships/image" Target="../media/image1.png"/><Relationship Id="rId7" Type="http://schemas.openxmlformats.org/officeDocument/2006/relationships/image" Target="../media/image59.svg"/><Relationship Id="rId12" Type="http://schemas.openxmlformats.org/officeDocument/2006/relationships/image" Target="../media/image64.png"/><Relationship Id="rId2" Type="http://schemas.openxmlformats.org/officeDocument/2006/relationships/notesSlide" Target="../notesSlides/notesSlide26.xml"/><Relationship Id="rId1" Type="http://schemas.openxmlformats.org/officeDocument/2006/relationships/slideLayout" Target="../slideLayouts/slideLayout7.xml"/><Relationship Id="rId6" Type="http://schemas.openxmlformats.org/officeDocument/2006/relationships/image" Target="../media/image58.png"/><Relationship Id="rId11" Type="http://schemas.openxmlformats.org/officeDocument/2006/relationships/image" Target="../media/image63.svg"/><Relationship Id="rId5" Type="http://schemas.openxmlformats.org/officeDocument/2006/relationships/image" Target="../media/image5.png"/><Relationship Id="rId10" Type="http://schemas.openxmlformats.org/officeDocument/2006/relationships/image" Target="../media/image62.png"/><Relationship Id="rId4" Type="http://schemas.openxmlformats.org/officeDocument/2006/relationships/image" Target="../media/image27.png"/><Relationship Id="rId9" Type="http://schemas.openxmlformats.org/officeDocument/2006/relationships/image" Target="../media/image61.svg"/><Relationship Id="rId14" Type="http://schemas.openxmlformats.org/officeDocument/2006/relationships/image" Target="../media/image66.png"/></Relationships>
</file>

<file path=ppt/slides/_rels/slide27.xml.rels><?xml version="1.0" encoding="UTF-8" standalone="yes"?>
<Relationships xmlns="http://schemas.openxmlformats.org/package/2006/relationships"><Relationship Id="rId8" Type="http://schemas.openxmlformats.org/officeDocument/2006/relationships/image" Target="../media/image68.svg"/><Relationship Id="rId13" Type="http://schemas.openxmlformats.org/officeDocument/2006/relationships/image" Target="../media/image80.png"/><Relationship Id="rId3" Type="http://schemas.openxmlformats.org/officeDocument/2006/relationships/image" Target="../media/image1.png"/><Relationship Id="rId7" Type="http://schemas.openxmlformats.org/officeDocument/2006/relationships/image" Target="../media/image67.png"/><Relationship Id="rId12" Type="http://schemas.openxmlformats.org/officeDocument/2006/relationships/image" Target="../media/image72.svg"/><Relationship Id="rId2" Type="http://schemas.openxmlformats.org/officeDocument/2006/relationships/notesSlide" Target="../notesSlides/notesSlide27.xml"/><Relationship Id="rId1" Type="http://schemas.openxmlformats.org/officeDocument/2006/relationships/slideLayout" Target="../slideLayouts/slideLayout7.xml"/><Relationship Id="rId6" Type="http://schemas.openxmlformats.org/officeDocument/2006/relationships/image" Target="../media/image26.png"/><Relationship Id="rId11" Type="http://schemas.openxmlformats.org/officeDocument/2006/relationships/image" Target="../media/image71.png"/><Relationship Id="rId5" Type="http://schemas.openxmlformats.org/officeDocument/2006/relationships/image" Target="../media/image25.png"/><Relationship Id="rId10" Type="http://schemas.openxmlformats.org/officeDocument/2006/relationships/image" Target="../media/image70.svg"/><Relationship Id="rId4" Type="http://schemas.openxmlformats.org/officeDocument/2006/relationships/image" Target="../media/image5.png"/><Relationship Id="rId9" Type="http://schemas.openxmlformats.org/officeDocument/2006/relationships/image" Target="../media/image69.png"/></Relationships>
</file>

<file path=ppt/slides/_rels/slide28.xml.rels><?xml version="1.0" encoding="UTF-8" standalone="yes"?>
<Relationships xmlns="http://schemas.openxmlformats.org/package/2006/relationships"><Relationship Id="rId8" Type="http://schemas.openxmlformats.org/officeDocument/2006/relationships/image" Target="../media/image60.png"/><Relationship Id="rId13" Type="http://schemas.openxmlformats.org/officeDocument/2006/relationships/image" Target="../media/image65.svg"/><Relationship Id="rId3" Type="http://schemas.openxmlformats.org/officeDocument/2006/relationships/image" Target="../media/image1.png"/><Relationship Id="rId7" Type="http://schemas.openxmlformats.org/officeDocument/2006/relationships/image" Target="../media/image59.svg"/><Relationship Id="rId12" Type="http://schemas.openxmlformats.org/officeDocument/2006/relationships/image" Target="../media/image64.png"/><Relationship Id="rId2" Type="http://schemas.openxmlformats.org/officeDocument/2006/relationships/notesSlide" Target="../notesSlides/notesSlide28.xml"/><Relationship Id="rId1" Type="http://schemas.openxmlformats.org/officeDocument/2006/relationships/slideLayout" Target="../slideLayouts/slideLayout7.xml"/><Relationship Id="rId6" Type="http://schemas.openxmlformats.org/officeDocument/2006/relationships/image" Target="../media/image58.png"/><Relationship Id="rId11" Type="http://schemas.openxmlformats.org/officeDocument/2006/relationships/image" Target="../media/image63.svg"/><Relationship Id="rId5" Type="http://schemas.openxmlformats.org/officeDocument/2006/relationships/image" Target="../media/image5.png"/><Relationship Id="rId10" Type="http://schemas.openxmlformats.org/officeDocument/2006/relationships/image" Target="../media/image62.png"/><Relationship Id="rId4" Type="http://schemas.openxmlformats.org/officeDocument/2006/relationships/image" Target="../media/image27.png"/><Relationship Id="rId9" Type="http://schemas.openxmlformats.org/officeDocument/2006/relationships/image" Target="../media/image61.svg"/><Relationship Id="rId14" Type="http://schemas.openxmlformats.org/officeDocument/2006/relationships/image" Target="../media/image66.png"/></Relationships>
</file>

<file path=ppt/slides/_rels/slide29.xml.rels><?xml version="1.0" encoding="UTF-8" standalone="yes"?>
<Relationships xmlns="http://schemas.openxmlformats.org/package/2006/relationships"><Relationship Id="rId8" Type="http://schemas.openxmlformats.org/officeDocument/2006/relationships/image" Target="../media/image68.svg"/><Relationship Id="rId13" Type="http://schemas.openxmlformats.org/officeDocument/2006/relationships/image" Target="../media/image81.png"/><Relationship Id="rId3" Type="http://schemas.openxmlformats.org/officeDocument/2006/relationships/image" Target="../media/image1.png"/><Relationship Id="rId7" Type="http://schemas.openxmlformats.org/officeDocument/2006/relationships/image" Target="../media/image67.png"/><Relationship Id="rId12" Type="http://schemas.openxmlformats.org/officeDocument/2006/relationships/image" Target="../media/image72.svg"/><Relationship Id="rId2" Type="http://schemas.openxmlformats.org/officeDocument/2006/relationships/notesSlide" Target="../notesSlides/notesSlide29.xml"/><Relationship Id="rId1" Type="http://schemas.openxmlformats.org/officeDocument/2006/relationships/slideLayout" Target="../slideLayouts/slideLayout7.xml"/><Relationship Id="rId6" Type="http://schemas.openxmlformats.org/officeDocument/2006/relationships/image" Target="../media/image26.png"/><Relationship Id="rId11" Type="http://schemas.openxmlformats.org/officeDocument/2006/relationships/image" Target="../media/image71.png"/><Relationship Id="rId5" Type="http://schemas.openxmlformats.org/officeDocument/2006/relationships/image" Target="../media/image25.png"/><Relationship Id="rId10" Type="http://schemas.openxmlformats.org/officeDocument/2006/relationships/image" Target="../media/image70.svg"/><Relationship Id="rId4" Type="http://schemas.openxmlformats.org/officeDocument/2006/relationships/image" Target="../media/image5.png"/><Relationship Id="rId9" Type="http://schemas.openxmlformats.org/officeDocument/2006/relationships/image" Target="../media/image69.png"/></Relationships>
</file>

<file path=ppt/slides/_rels/slide30.xml.rels><?xml version="1.0" encoding="UTF-8" standalone="yes"?>
<Relationships xmlns="http://schemas.openxmlformats.org/package/2006/relationships"><Relationship Id="rId8" Type="http://schemas.openxmlformats.org/officeDocument/2006/relationships/image" Target="../media/image60.png"/><Relationship Id="rId13" Type="http://schemas.openxmlformats.org/officeDocument/2006/relationships/image" Target="../media/image65.svg"/><Relationship Id="rId3" Type="http://schemas.openxmlformats.org/officeDocument/2006/relationships/image" Target="../media/image1.png"/><Relationship Id="rId7" Type="http://schemas.openxmlformats.org/officeDocument/2006/relationships/image" Target="../media/image59.svg"/><Relationship Id="rId12" Type="http://schemas.openxmlformats.org/officeDocument/2006/relationships/image" Target="../media/image64.png"/><Relationship Id="rId2" Type="http://schemas.openxmlformats.org/officeDocument/2006/relationships/notesSlide" Target="../notesSlides/notesSlide30.xml"/><Relationship Id="rId1" Type="http://schemas.openxmlformats.org/officeDocument/2006/relationships/slideLayout" Target="../slideLayouts/slideLayout7.xml"/><Relationship Id="rId6" Type="http://schemas.openxmlformats.org/officeDocument/2006/relationships/image" Target="../media/image58.png"/><Relationship Id="rId11" Type="http://schemas.openxmlformats.org/officeDocument/2006/relationships/image" Target="../media/image63.svg"/><Relationship Id="rId5" Type="http://schemas.openxmlformats.org/officeDocument/2006/relationships/image" Target="../media/image5.png"/><Relationship Id="rId10" Type="http://schemas.openxmlformats.org/officeDocument/2006/relationships/image" Target="../media/image62.png"/><Relationship Id="rId4" Type="http://schemas.openxmlformats.org/officeDocument/2006/relationships/image" Target="../media/image27.png"/><Relationship Id="rId9" Type="http://schemas.openxmlformats.org/officeDocument/2006/relationships/image" Target="../media/image61.svg"/><Relationship Id="rId14" Type="http://schemas.openxmlformats.org/officeDocument/2006/relationships/image" Target="../media/image66.png"/></Relationships>
</file>

<file path=ppt/slides/_rels/slide31.xml.rels><?xml version="1.0" encoding="UTF-8" standalone="yes"?>
<Relationships xmlns="http://schemas.openxmlformats.org/package/2006/relationships"><Relationship Id="rId8" Type="http://schemas.openxmlformats.org/officeDocument/2006/relationships/image" Target="../media/image68.svg"/><Relationship Id="rId13" Type="http://schemas.openxmlformats.org/officeDocument/2006/relationships/image" Target="../media/image82.png"/><Relationship Id="rId3" Type="http://schemas.openxmlformats.org/officeDocument/2006/relationships/image" Target="../media/image1.png"/><Relationship Id="rId7" Type="http://schemas.openxmlformats.org/officeDocument/2006/relationships/image" Target="../media/image67.png"/><Relationship Id="rId12" Type="http://schemas.openxmlformats.org/officeDocument/2006/relationships/image" Target="../media/image72.svg"/><Relationship Id="rId2" Type="http://schemas.openxmlformats.org/officeDocument/2006/relationships/notesSlide" Target="../notesSlides/notesSlide31.xml"/><Relationship Id="rId1" Type="http://schemas.openxmlformats.org/officeDocument/2006/relationships/slideLayout" Target="../slideLayouts/slideLayout7.xml"/><Relationship Id="rId6" Type="http://schemas.openxmlformats.org/officeDocument/2006/relationships/image" Target="../media/image26.png"/><Relationship Id="rId11" Type="http://schemas.openxmlformats.org/officeDocument/2006/relationships/image" Target="../media/image71.png"/><Relationship Id="rId5" Type="http://schemas.openxmlformats.org/officeDocument/2006/relationships/image" Target="../media/image25.png"/><Relationship Id="rId10" Type="http://schemas.openxmlformats.org/officeDocument/2006/relationships/image" Target="../media/image70.svg"/><Relationship Id="rId4" Type="http://schemas.openxmlformats.org/officeDocument/2006/relationships/image" Target="../media/image5.png"/><Relationship Id="rId9" Type="http://schemas.openxmlformats.org/officeDocument/2006/relationships/image" Target="../media/image69.png"/></Relationships>
</file>

<file path=ppt/slides/_rels/slide32.xml.rels><?xml version="1.0" encoding="UTF-8" standalone="yes"?>
<Relationships xmlns="http://schemas.openxmlformats.org/package/2006/relationships"><Relationship Id="rId8" Type="http://schemas.openxmlformats.org/officeDocument/2006/relationships/image" Target="../media/image60.png"/><Relationship Id="rId13" Type="http://schemas.openxmlformats.org/officeDocument/2006/relationships/image" Target="../media/image65.svg"/><Relationship Id="rId3" Type="http://schemas.openxmlformats.org/officeDocument/2006/relationships/image" Target="../media/image1.png"/><Relationship Id="rId7" Type="http://schemas.openxmlformats.org/officeDocument/2006/relationships/image" Target="../media/image59.svg"/><Relationship Id="rId12" Type="http://schemas.openxmlformats.org/officeDocument/2006/relationships/image" Target="../media/image64.png"/><Relationship Id="rId2" Type="http://schemas.openxmlformats.org/officeDocument/2006/relationships/notesSlide" Target="../notesSlides/notesSlide32.xml"/><Relationship Id="rId1" Type="http://schemas.openxmlformats.org/officeDocument/2006/relationships/slideLayout" Target="../slideLayouts/slideLayout7.xml"/><Relationship Id="rId6" Type="http://schemas.openxmlformats.org/officeDocument/2006/relationships/image" Target="../media/image58.png"/><Relationship Id="rId11" Type="http://schemas.openxmlformats.org/officeDocument/2006/relationships/image" Target="../media/image63.svg"/><Relationship Id="rId5" Type="http://schemas.openxmlformats.org/officeDocument/2006/relationships/image" Target="../media/image5.png"/><Relationship Id="rId10" Type="http://schemas.openxmlformats.org/officeDocument/2006/relationships/image" Target="../media/image62.png"/><Relationship Id="rId4" Type="http://schemas.openxmlformats.org/officeDocument/2006/relationships/image" Target="../media/image27.png"/><Relationship Id="rId9" Type="http://schemas.openxmlformats.org/officeDocument/2006/relationships/image" Target="../media/image61.svg"/><Relationship Id="rId14" Type="http://schemas.openxmlformats.org/officeDocument/2006/relationships/image" Target="../media/image66.png"/></Relationships>
</file>

<file path=ppt/slides/_rels/slide33.xml.rels><?xml version="1.0" encoding="UTF-8" standalone="yes"?>
<Relationships xmlns="http://schemas.openxmlformats.org/package/2006/relationships"><Relationship Id="rId8" Type="http://schemas.openxmlformats.org/officeDocument/2006/relationships/image" Target="../media/image68.svg"/><Relationship Id="rId13" Type="http://schemas.openxmlformats.org/officeDocument/2006/relationships/image" Target="../media/image83.png"/><Relationship Id="rId3" Type="http://schemas.openxmlformats.org/officeDocument/2006/relationships/image" Target="../media/image1.png"/><Relationship Id="rId7" Type="http://schemas.openxmlformats.org/officeDocument/2006/relationships/image" Target="../media/image67.png"/><Relationship Id="rId12" Type="http://schemas.openxmlformats.org/officeDocument/2006/relationships/image" Target="../media/image72.svg"/><Relationship Id="rId2" Type="http://schemas.openxmlformats.org/officeDocument/2006/relationships/notesSlide" Target="../notesSlides/notesSlide33.xml"/><Relationship Id="rId1" Type="http://schemas.openxmlformats.org/officeDocument/2006/relationships/slideLayout" Target="../slideLayouts/slideLayout7.xml"/><Relationship Id="rId6" Type="http://schemas.openxmlformats.org/officeDocument/2006/relationships/image" Target="../media/image26.png"/><Relationship Id="rId11" Type="http://schemas.openxmlformats.org/officeDocument/2006/relationships/image" Target="../media/image71.png"/><Relationship Id="rId5" Type="http://schemas.openxmlformats.org/officeDocument/2006/relationships/image" Target="../media/image25.png"/><Relationship Id="rId10" Type="http://schemas.openxmlformats.org/officeDocument/2006/relationships/image" Target="../media/image70.svg"/><Relationship Id="rId4" Type="http://schemas.openxmlformats.org/officeDocument/2006/relationships/image" Target="../media/image5.png"/><Relationship Id="rId9" Type="http://schemas.openxmlformats.org/officeDocument/2006/relationships/image" Target="../media/image69.png"/></Relationships>
</file>

<file path=ppt/slides/_rels/slide34.xml.rels><?xml version="1.0" encoding="UTF-8" standalone="yes"?>
<Relationships xmlns="http://schemas.openxmlformats.org/package/2006/relationships"><Relationship Id="rId8" Type="http://schemas.openxmlformats.org/officeDocument/2006/relationships/image" Target="../media/image60.png"/><Relationship Id="rId13" Type="http://schemas.openxmlformats.org/officeDocument/2006/relationships/image" Target="../media/image65.svg"/><Relationship Id="rId3" Type="http://schemas.openxmlformats.org/officeDocument/2006/relationships/image" Target="../media/image1.png"/><Relationship Id="rId7" Type="http://schemas.openxmlformats.org/officeDocument/2006/relationships/image" Target="../media/image59.svg"/><Relationship Id="rId12" Type="http://schemas.openxmlformats.org/officeDocument/2006/relationships/image" Target="../media/image64.png"/><Relationship Id="rId2" Type="http://schemas.openxmlformats.org/officeDocument/2006/relationships/notesSlide" Target="../notesSlides/notesSlide34.xml"/><Relationship Id="rId1" Type="http://schemas.openxmlformats.org/officeDocument/2006/relationships/slideLayout" Target="../slideLayouts/slideLayout7.xml"/><Relationship Id="rId6" Type="http://schemas.openxmlformats.org/officeDocument/2006/relationships/image" Target="../media/image58.png"/><Relationship Id="rId11" Type="http://schemas.openxmlformats.org/officeDocument/2006/relationships/image" Target="../media/image63.svg"/><Relationship Id="rId5" Type="http://schemas.openxmlformats.org/officeDocument/2006/relationships/image" Target="../media/image5.png"/><Relationship Id="rId10" Type="http://schemas.openxmlformats.org/officeDocument/2006/relationships/image" Target="../media/image62.png"/><Relationship Id="rId4" Type="http://schemas.openxmlformats.org/officeDocument/2006/relationships/image" Target="../media/image27.png"/><Relationship Id="rId9" Type="http://schemas.openxmlformats.org/officeDocument/2006/relationships/image" Target="../media/image61.svg"/><Relationship Id="rId14" Type="http://schemas.openxmlformats.org/officeDocument/2006/relationships/image" Target="../media/image66.png"/></Relationships>
</file>

<file path=ppt/slides/_rels/slide35.xml.rels><?xml version="1.0" encoding="UTF-8" standalone="yes"?>
<Relationships xmlns="http://schemas.openxmlformats.org/package/2006/relationships"><Relationship Id="rId8" Type="http://schemas.openxmlformats.org/officeDocument/2006/relationships/image" Target="../media/image68.svg"/><Relationship Id="rId13" Type="http://schemas.openxmlformats.org/officeDocument/2006/relationships/image" Target="../media/image84.png"/><Relationship Id="rId3" Type="http://schemas.openxmlformats.org/officeDocument/2006/relationships/image" Target="../media/image1.png"/><Relationship Id="rId7" Type="http://schemas.openxmlformats.org/officeDocument/2006/relationships/image" Target="../media/image67.png"/><Relationship Id="rId12" Type="http://schemas.openxmlformats.org/officeDocument/2006/relationships/image" Target="../media/image72.svg"/><Relationship Id="rId2" Type="http://schemas.openxmlformats.org/officeDocument/2006/relationships/notesSlide" Target="../notesSlides/notesSlide35.xml"/><Relationship Id="rId1" Type="http://schemas.openxmlformats.org/officeDocument/2006/relationships/slideLayout" Target="../slideLayouts/slideLayout7.xml"/><Relationship Id="rId6" Type="http://schemas.openxmlformats.org/officeDocument/2006/relationships/image" Target="../media/image26.png"/><Relationship Id="rId11" Type="http://schemas.openxmlformats.org/officeDocument/2006/relationships/image" Target="../media/image71.png"/><Relationship Id="rId5" Type="http://schemas.openxmlformats.org/officeDocument/2006/relationships/image" Target="../media/image25.png"/><Relationship Id="rId10" Type="http://schemas.openxmlformats.org/officeDocument/2006/relationships/image" Target="../media/image70.svg"/><Relationship Id="rId4" Type="http://schemas.openxmlformats.org/officeDocument/2006/relationships/image" Target="../media/image5.png"/><Relationship Id="rId9" Type="http://schemas.openxmlformats.org/officeDocument/2006/relationships/image" Target="../media/image69.png"/></Relationships>
</file>

<file path=ppt/slides/_rels/slide36.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31.svg"/><Relationship Id="rId3" Type="http://schemas.openxmlformats.org/officeDocument/2006/relationships/image" Target="../media/image1.png"/><Relationship Id="rId7" Type="http://schemas.openxmlformats.org/officeDocument/2006/relationships/image" Target="../media/image27.png"/><Relationship Id="rId12" Type="http://schemas.openxmlformats.org/officeDocument/2006/relationships/image" Target="../media/image30.png"/><Relationship Id="rId2" Type="http://schemas.openxmlformats.org/officeDocument/2006/relationships/notesSlide" Target="../notesSlides/notesSlide36.xml"/><Relationship Id="rId1" Type="http://schemas.openxmlformats.org/officeDocument/2006/relationships/slideLayout" Target="../slideLayouts/slideLayout7.xml"/><Relationship Id="rId6" Type="http://schemas.openxmlformats.org/officeDocument/2006/relationships/image" Target="../media/image26.png"/><Relationship Id="rId11" Type="http://schemas.openxmlformats.org/officeDocument/2006/relationships/image" Target="../media/image29.svg"/><Relationship Id="rId5" Type="http://schemas.openxmlformats.org/officeDocument/2006/relationships/image" Target="../media/image25.png"/><Relationship Id="rId15" Type="http://schemas.openxmlformats.org/officeDocument/2006/relationships/image" Target="../media/image33.svg"/><Relationship Id="rId10" Type="http://schemas.openxmlformats.org/officeDocument/2006/relationships/image" Target="../media/image28.png"/><Relationship Id="rId4" Type="http://schemas.openxmlformats.org/officeDocument/2006/relationships/image" Target="../media/image18.png"/><Relationship Id="rId9" Type="http://schemas.openxmlformats.org/officeDocument/2006/relationships/image" Target="../media/image7.svg"/><Relationship Id="rId14" Type="http://schemas.openxmlformats.org/officeDocument/2006/relationships/image" Target="../media/image32.png"/></Relationships>
</file>

<file path=ppt/slides/_rels/slide37.xml.rels><?xml version="1.0" encoding="UTF-8" standalone="yes"?>
<Relationships xmlns="http://schemas.openxmlformats.org/package/2006/relationships"><Relationship Id="rId8" Type="http://schemas.openxmlformats.org/officeDocument/2006/relationships/image" Target="../media/image51.png"/><Relationship Id="rId3" Type="http://schemas.openxmlformats.org/officeDocument/2006/relationships/image" Target="../media/image1.png"/><Relationship Id="rId7" Type="http://schemas.openxmlformats.org/officeDocument/2006/relationships/image" Target="../media/image86.svg"/><Relationship Id="rId12" Type="http://schemas.openxmlformats.org/officeDocument/2006/relationships/image" Target="../media/image90.svg"/><Relationship Id="rId2" Type="http://schemas.openxmlformats.org/officeDocument/2006/relationships/notesSlide" Target="../notesSlides/notesSlide37.xml"/><Relationship Id="rId1" Type="http://schemas.openxmlformats.org/officeDocument/2006/relationships/slideLayout" Target="../slideLayouts/slideLayout7.xml"/><Relationship Id="rId6" Type="http://schemas.openxmlformats.org/officeDocument/2006/relationships/image" Target="../media/image85.png"/><Relationship Id="rId11" Type="http://schemas.openxmlformats.org/officeDocument/2006/relationships/image" Target="../media/image89.png"/><Relationship Id="rId5" Type="http://schemas.openxmlformats.org/officeDocument/2006/relationships/image" Target="../media/image26.png"/><Relationship Id="rId10" Type="http://schemas.openxmlformats.org/officeDocument/2006/relationships/image" Target="../media/image88.svg"/><Relationship Id="rId4" Type="http://schemas.openxmlformats.org/officeDocument/2006/relationships/image" Target="../media/image36.png"/><Relationship Id="rId9" Type="http://schemas.openxmlformats.org/officeDocument/2006/relationships/image" Target="../media/image87.png"/></Relationships>
</file>

<file path=ppt/slides/_rels/slide38.xml.rels><?xml version="1.0" encoding="UTF-8" standalone="yes"?>
<Relationships xmlns="http://schemas.openxmlformats.org/package/2006/relationships"><Relationship Id="rId8" Type="http://schemas.openxmlformats.org/officeDocument/2006/relationships/image" Target="../media/image68.svg"/><Relationship Id="rId13" Type="http://schemas.openxmlformats.org/officeDocument/2006/relationships/image" Target="../media/image91.png"/><Relationship Id="rId3" Type="http://schemas.openxmlformats.org/officeDocument/2006/relationships/image" Target="../media/image1.png"/><Relationship Id="rId7" Type="http://schemas.openxmlformats.org/officeDocument/2006/relationships/image" Target="../media/image67.png"/><Relationship Id="rId12" Type="http://schemas.openxmlformats.org/officeDocument/2006/relationships/image" Target="../media/image72.svg"/><Relationship Id="rId2" Type="http://schemas.openxmlformats.org/officeDocument/2006/relationships/notesSlide" Target="../notesSlides/notesSlide38.xml"/><Relationship Id="rId1" Type="http://schemas.openxmlformats.org/officeDocument/2006/relationships/slideLayout" Target="../slideLayouts/slideLayout7.xml"/><Relationship Id="rId6" Type="http://schemas.openxmlformats.org/officeDocument/2006/relationships/image" Target="../media/image26.png"/><Relationship Id="rId11" Type="http://schemas.openxmlformats.org/officeDocument/2006/relationships/image" Target="../media/image71.png"/><Relationship Id="rId5" Type="http://schemas.openxmlformats.org/officeDocument/2006/relationships/image" Target="../media/image25.png"/><Relationship Id="rId10" Type="http://schemas.openxmlformats.org/officeDocument/2006/relationships/image" Target="../media/image70.svg"/><Relationship Id="rId4" Type="http://schemas.openxmlformats.org/officeDocument/2006/relationships/image" Target="../media/image5.png"/><Relationship Id="rId9" Type="http://schemas.openxmlformats.org/officeDocument/2006/relationships/image" Target="../media/image69.png"/></Relationships>
</file>

<file path=ppt/slides/_rels/slide39.xml.rels><?xml version="1.0" encoding="UTF-8" standalone="yes"?>
<Relationships xmlns="http://schemas.openxmlformats.org/package/2006/relationships"><Relationship Id="rId8" Type="http://schemas.openxmlformats.org/officeDocument/2006/relationships/image" Target="../media/image51.png"/><Relationship Id="rId3" Type="http://schemas.openxmlformats.org/officeDocument/2006/relationships/image" Target="../media/image1.png"/><Relationship Id="rId7" Type="http://schemas.openxmlformats.org/officeDocument/2006/relationships/image" Target="../media/image86.svg"/><Relationship Id="rId12" Type="http://schemas.openxmlformats.org/officeDocument/2006/relationships/image" Target="../media/image90.svg"/><Relationship Id="rId2" Type="http://schemas.openxmlformats.org/officeDocument/2006/relationships/notesSlide" Target="../notesSlides/notesSlide39.xml"/><Relationship Id="rId1" Type="http://schemas.openxmlformats.org/officeDocument/2006/relationships/slideLayout" Target="../slideLayouts/slideLayout7.xml"/><Relationship Id="rId6" Type="http://schemas.openxmlformats.org/officeDocument/2006/relationships/image" Target="../media/image85.png"/><Relationship Id="rId11" Type="http://schemas.openxmlformats.org/officeDocument/2006/relationships/image" Target="../media/image89.png"/><Relationship Id="rId5" Type="http://schemas.openxmlformats.org/officeDocument/2006/relationships/image" Target="../media/image26.png"/><Relationship Id="rId10" Type="http://schemas.openxmlformats.org/officeDocument/2006/relationships/image" Target="../media/image88.svg"/><Relationship Id="rId4" Type="http://schemas.openxmlformats.org/officeDocument/2006/relationships/image" Target="../media/image36.png"/><Relationship Id="rId9" Type="http://schemas.openxmlformats.org/officeDocument/2006/relationships/image" Target="../media/image87.png"/></Relationships>
</file>

<file path=ppt/slides/_rels/slide40.xml.rels><?xml version="1.0" encoding="UTF-8" standalone="yes"?>
<Relationships xmlns="http://schemas.openxmlformats.org/package/2006/relationships"><Relationship Id="rId8" Type="http://schemas.openxmlformats.org/officeDocument/2006/relationships/image" Target="../media/image68.svg"/><Relationship Id="rId13" Type="http://schemas.openxmlformats.org/officeDocument/2006/relationships/image" Target="../media/image92.png"/><Relationship Id="rId3" Type="http://schemas.openxmlformats.org/officeDocument/2006/relationships/image" Target="../media/image1.png"/><Relationship Id="rId7" Type="http://schemas.openxmlformats.org/officeDocument/2006/relationships/image" Target="../media/image67.png"/><Relationship Id="rId12" Type="http://schemas.openxmlformats.org/officeDocument/2006/relationships/image" Target="../media/image72.svg"/><Relationship Id="rId2" Type="http://schemas.openxmlformats.org/officeDocument/2006/relationships/notesSlide" Target="../notesSlides/notesSlide40.xml"/><Relationship Id="rId1" Type="http://schemas.openxmlformats.org/officeDocument/2006/relationships/slideLayout" Target="../slideLayouts/slideLayout7.xml"/><Relationship Id="rId6" Type="http://schemas.openxmlformats.org/officeDocument/2006/relationships/image" Target="../media/image26.png"/><Relationship Id="rId11" Type="http://schemas.openxmlformats.org/officeDocument/2006/relationships/image" Target="../media/image71.png"/><Relationship Id="rId5" Type="http://schemas.openxmlformats.org/officeDocument/2006/relationships/image" Target="../media/image25.png"/><Relationship Id="rId10" Type="http://schemas.openxmlformats.org/officeDocument/2006/relationships/image" Target="../media/image70.svg"/><Relationship Id="rId4" Type="http://schemas.openxmlformats.org/officeDocument/2006/relationships/image" Target="../media/image5.png"/><Relationship Id="rId9" Type="http://schemas.openxmlformats.org/officeDocument/2006/relationships/image" Target="../media/image69.png"/></Relationships>
</file>

<file path=ppt/slides/_rels/slide41.xml.rels><?xml version="1.0" encoding="UTF-8" standalone="yes"?>
<Relationships xmlns="http://schemas.openxmlformats.org/package/2006/relationships"><Relationship Id="rId8" Type="http://schemas.openxmlformats.org/officeDocument/2006/relationships/image" Target="../media/image51.png"/><Relationship Id="rId3" Type="http://schemas.openxmlformats.org/officeDocument/2006/relationships/image" Target="../media/image1.png"/><Relationship Id="rId7" Type="http://schemas.openxmlformats.org/officeDocument/2006/relationships/image" Target="../media/image86.svg"/><Relationship Id="rId12" Type="http://schemas.openxmlformats.org/officeDocument/2006/relationships/image" Target="../media/image90.svg"/><Relationship Id="rId2" Type="http://schemas.openxmlformats.org/officeDocument/2006/relationships/notesSlide" Target="../notesSlides/notesSlide41.xml"/><Relationship Id="rId1" Type="http://schemas.openxmlformats.org/officeDocument/2006/relationships/slideLayout" Target="../slideLayouts/slideLayout7.xml"/><Relationship Id="rId6" Type="http://schemas.openxmlformats.org/officeDocument/2006/relationships/image" Target="../media/image85.png"/><Relationship Id="rId11" Type="http://schemas.openxmlformats.org/officeDocument/2006/relationships/image" Target="../media/image89.png"/><Relationship Id="rId5" Type="http://schemas.openxmlformats.org/officeDocument/2006/relationships/image" Target="../media/image26.png"/><Relationship Id="rId10" Type="http://schemas.openxmlformats.org/officeDocument/2006/relationships/image" Target="../media/image88.svg"/><Relationship Id="rId4" Type="http://schemas.openxmlformats.org/officeDocument/2006/relationships/image" Target="../media/image36.png"/><Relationship Id="rId9" Type="http://schemas.openxmlformats.org/officeDocument/2006/relationships/image" Target="../media/image87.png"/></Relationships>
</file>

<file path=ppt/slides/_rels/slide42.xml.rels><?xml version="1.0" encoding="UTF-8" standalone="yes"?>
<Relationships xmlns="http://schemas.openxmlformats.org/package/2006/relationships"><Relationship Id="rId8" Type="http://schemas.openxmlformats.org/officeDocument/2006/relationships/image" Target="../media/image68.svg"/><Relationship Id="rId13" Type="http://schemas.openxmlformats.org/officeDocument/2006/relationships/image" Target="../media/image93.png"/><Relationship Id="rId3" Type="http://schemas.openxmlformats.org/officeDocument/2006/relationships/image" Target="../media/image1.png"/><Relationship Id="rId7" Type="http://schemas.openxmlformats.org/officeDocument/2006/relationships/image" Target="../media/image67.png"/><Relationship Id="rId12" Type="http://schemas.openxmlformats.org/officeDocument/2006/relationships/image" Target="../media/image72.svg"/><Relationship Id="rId2" Type="http://schemas.openxmlformats.org/officeDocument/2006/relationships/notesSlide" Target="../notesSlides/notesSlide42.xml"/><Relationship Id="rId1" Type="http://schemas.openxmlformats.org/officeDocument/2006/relationships/slideLayout" Target="../slideLayouts/slideLayout7.xml"/><Relationship Id="rId6" Type="http://schemas.openxmlformats.org/officeDocument/2006/relationships/image" Target="../media/image26.png"/><Relationship Id="rId11" Type="http://schemas.openxmlformats.org/officeDocument/2006/relationships/image" Target="../media/image71.png"/><Relationship Id="rId5" Type="http://schemas.openxmlformats.org/officeDocument/2006/relationships/image" Target="../media/image25.png"/><Relationship Id="rId10" Type="http://schemas.openxmlformats.org/officeDocument/2006/relationships/image" Target="../media/image70.svg"/><Relationship Id="rId4" Type="http://schemas.openxmlformats.org/officeDocument/2006/relationships/image" Target="../media/image5.png"/><Relationship Id="rId9" Type="http://schemas.openxmlformats.org/officeDocument/2006/relationships/image" Target="../media/image69.png"/></Relationships>
</file>

<file path=ppt/slides/_rels/slide43.xml.rels><?xml version="1.0" encoding="UTF-8" standalone="yes"?>
<Relationships xmlns="http://schemas.openxmlformats.org/package/2006/relationships"><Relationship Id="rId8" Type="http://schemas.openxmlformats.org/officeDocument/2006/relationships/image" Target="../media/image51.png"/><Relationship Id="rId3" Type="http://schemas.openxmlformats.org/officeDocument/2006/relationships/image" Target="../media/image1.png"/><Relationship Id="rId7" Type="http://schemas.openxmlformats.org/officeDocument/2006/relationships/image" Target="../media/image86.svg"/><Relationship Id="rId12" Type="http://schemas.openxmlformats.org/officeDocument/2006/relationships/image" Target="../media/image90.svg"/><Relationship Id="rId2" Type="http://schemas.openxmlformats.org/officeDocument/2006/relationships/notesSlide" Target="../notesSlides/notesSlide43.xml"/><Relationship Id="rId1" Type="http://schemas.openxmlformats.org/officeDocument/2006/relationships/slideLayout" Target="../slideLayouts/slideLayout7.xml"/><Relationship Id="rId6" Type="http://schemas.openxmlformats.org/officeDocument/2006/relationships/image" Target="../media/image85.png"/><Relationship Id="rId11" Type="http://schemas.openxmlformats.org/officeDocument/2006/relationships/image" Target="../media/image89.png"/><Relationship Id="rId5" Type="http://schemas.openxmlformats.org/officeDocument/2006/relationships/image" Target="../media/image26.png"/><Relationship Id="rId10" Type="http://schemas.openxmlformats.org/officeDocument/2006/relationships/image" Target="../media/image88.svg"/><Relationship Id="rId4" Type="http://schemas.openxmlformats.org/officeDocument/2006/relationships/image" Target="../media/image36.png"/><Relationship Id="rId9" Type="http://schemas.openxmlformats.org/officeDocument/2006/relationships/image" Target="../media/image87.png"/></Relationships>
</file>

<file path=ppt/slides/_rels/slide44.xml.rels><?xml version="1.0" encoding="UTF-8" standalone="yes"?>
<Relationships xmlns="http://schemas.openxmlformats.org/package/2006/relationships"><Relationship Id="rId8" Type="http://schemas.openxmlformats.org/officeDocument/2006/relationships/image" Target="../media/image68.svg"/><Relationship Id="rId13" Type="http://schemas.openxmlformats.org/officeDocument/2006/relationships/image" Target="../media/image94.png"/><Relationship Id="rId3" Type="http://schemas.openxmlformats.org/officeDocument/2006/relationships/image" Target="../media/image1.png"/><Relationship Id="rId7" Type="http://schemas.openxmlformats.org/officeDocument/2006/relationships/image" Target="../media/image67.png"/><Relationship Id="rId12" Type="http://schemas.openxmlformats.org/officeDocument/2006/relationships/image" Target="../media/image72.svg"/><Relationship Id="rId2" Type="http://schemas.openxmlformats.org/officeDocument/2006/relationships/notesSlide" Target="../notesSlides/notesSlide44.xml"/><Relationship Id="rId1" Type="http://schemas.openxmlformats.org/officeDocument/2006/relationships/slideLayout" Target="../slideLayouts/slideLayout7.xml"/><Relationship Id="rId6" Type="http://schemas.openxmlformats.org/officeDocument/2006/relationships/image" Target="../media/image26.png"/><Relationship Id="rId11" Type="http://schemas.openxmlformats.org/officeDocument/2006/relationships/image" Target="../media/image71.png"/><Relationship Id="rId5" Type="http://schemas.openxmlformats.org/officeDocument/2006/relationships/image" Target="../media/image25.png"/><Relationship Id="rId10" Type="http://schemas.openxmlformats.org/officeDocument/2006/relationships/image" Target="../media/image70.svg"/><Relationship Id="rId4" Type="http://schemas.openxmlformats.org/officeDocument/2006/relationships/image" Target="../media/image5.png"/><Relationship Id="rId9" Type="http://schemas.openxmlformats.org/officeDocument/2006/relationships/image" Target="../media/image69.png"/></Relationships>
</file>

<file path=ppt/slides/_rels/slide45.xml.rels><?xml version="1.0" encoding="UTF-8" standalone="yes"?>
<Relationships xmlns="http://schemas.openxmlformats.org/package/2006/relationships"><Relationship Id="rId8" Type="http://schemas.openxmlformats.org/officeDocument/2006/relationships/image" Target="../media/image51.png"/><Relationship Id="rId3" Type="http://schemas.openxmlformats.org/officeDocument/2006/relationships/image" Target="../media/image1.png"/><Relationship Id="rId7" Type="http://schemas.openxmlformats.org/officeDocument/2006/relationships/image" Target="../media/image86.svg"/><Relationship Id="rId12" Type="http://schemas.openxmlformats.org/officeDocument/2006/relationships/image" Target="../media/image90.svg"/><Relationship Id="rId2" Type="http://schemas.openxmlformats.org/officeDocument/2006/relationships/notesSlide" Target="../notesSlides/notesSlide45.xml"/><Relationship Id="rId1" Type="http://schemas.openxmlformats.org/officeDocument/2006/relationships/slideLayout" Target="../slideLayouts/slideLayout7.xml"/><Relationship Id="rId6" Type="http://schemas.openxmlformats.org/officeDocument/2006/relationships/image" Target="../media/image85.png"/><Relationship Id="rId11" Type="http://schemas.openxmlformats.org/officeDocument/2006/relationships/image" Target="../media/image89.png"/><Relationship Id="rId5" Type="http://schemas.openxmlformats.org/officeDocument/2006/relationships/image" Target="../media/image26.png"/><Relationship Id="rId10" Type="http://schemas.openxmlformats.org/officeDocument/2006/relationships/image" Target="../media/image88.svg"/><Relationship Id="rId4" Type="http://schemas.openxmlformats.org/officeDocument/2006/relationships/image" Target="../media/image36.png"/><Relationship Id="rId9" Type="http://schemas.openxmlformats.org/officeDocument/2006/relationships/image" Target="../media/image87.png"/></Relationships>
</file>

<file path=ppt/slides/_rels/slide46.xml.rels><?xml version="1.0" encoding="UTF-8" standalone="yes"?>
<Relationships xmlns="http://schemas.openxmlformats.org/package/2006/relationships"><Relationship Id="rId8" Type="http://schemas.openxmlformats.org/officeDocument/2006/relationships/image" Target="../media/image68.svg"/><Relationship Id="rId13" Type="http://schemas.openxmlformats.org/officeDocument/2006/relationships/image" Target="../media/image95.png"/><Relationship Id="rId3" Type="http://schemas.openxmlformats.org/officeDocument/2006/relationships/image" Target="../media/image1.png"/><Relationship Id="rId7" Type="http://schemas.openxmlformats.org/officeDocument/2006/relationships/image" Target="../media/image67.png"/><Relationship Id="rId12" Type="http://schemas.openxmlformats.org/officeDocument/2006/relationships/image" Target="../media/image72.svg"/><Relationship Id="rId2" Type="http://schemas.openxmlformats.org/officeDocument/2006/relationships/notesSlide" Target="../notesSlides/notesSlide46.xml"/><Relationship Id="rId1" Type="http://schemas.openxmlformats.org/officeDocument/2006/relationships/slideLayout" Target="../slideLayouts/slideLayout7.xml"/><Relationship Id="rId6" Type="http://schemas.openxmlformats.org/officeDocument/2006/relationships/image" Target="../media/image26.png"/><Relationship Id="rId11" Type="http://schemas.openxmlformats.org/officeDocument/2006/relationships/image" Target="../media/image71.png"/><Relationship Id="rId5" Type="http://schemas.openxmlformats.org/officeDocument/2006/relationships/image" Target="../media/image25.png"/><Relationship Id="rId10" Type="http://schemas.openxmlformats.org/officeDocument/2006/relationships/image" Target="../media/image70.svg"/><Relationship Id="rId4" Type="http://schemas.openxmlformats.org/officeDocument/2006/relationships/image" Target="../media/image5.png"/><Relationship Id="rId9" Type="http://schemas.openxmlformats.org/officeDocument/2006/relationships/image" Target="../media/image69.png"/></Relationships>
</file>

<file path=ppt/slides/_rels/slide47.xml.rels><?xml version="1.0" encoding="UTF-8" standalone="yes"?>
<Relationships xmlns="http://schemas.openxmlformats.org/package/2006/relationships"><Relationship Id="rId8" Type="http://schemas.openxmlformats.org/officeDocument/2006/relationships/image" Target="../media/image51.png"/><Relationship Id="rId13" Type="http://schemas.openxmlformats.org/officeDocument/2006/relationships/image" Target="../media/image88.svg"/><Relationship Id="rId3" Type="http://schemas.openxmlformats.org/officeDocument/2006/relationships/image" Target="../media/image1.png"/><Relationship Id="rId7" Type="http://schemas.openxmlformats.org/officeDocument/2006/relationships/image" Target="../media/image86.svg"/><Relationship Id="rId12" Type="http://schemas.openxmlformats.org/officeDocument/2006/relationships/image" Target="../media/image87.png"/><Relationship Id="rId2" Type="http://schemas.openxmlformats.org/officeDocument/2006/relationships/notesSlide" Target="../notesSlides/notesSlide47.xml"/><Relationship Id="rId1" Type="http://schemas.openxmlformats.org/officeDocument/2006/relationships/slideLayout" Target="../slideLayouts/slideLayout7.xml"/><Relationship Id="rId6" Type="http://schemas.openxmlformats.org/officeDocument/2006/relationships/image" Target="../media/image85.png"/><Relationship Id="rId11" Type="http://schemas.openxmlformats.org/officeDocument/2006/relationships/image" Target="../media/image96.png"/><Relationship Id="rId5" Type="http://schemas.openxmlformats.org/officeDocument/2006/relationships/image" Target="../media/image26.png"/><Relationship Id="rId10" Type="http://schemas.openxmlformats.org/officeDocument/2006/relationships/image" Target="../media/image90.svg"/><Relationship Id="rId4" Type="http://schemas.openxmlformats.org/officeDocument/2006/relationships/image" Target="../media/image36.png"/><Relationship Id="rId9" Type="http://schemas.openxmlformats.org/officeDocument/2006/relationships/image" Target="../media/image89.png"/></Relationships>
</file>

<file path=ppt/slides/_rels/slide48.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31.svg"/><Relationship Id="rId3" Type="http://schemas.openxmlformats.org/officeDocument/2006/relationships/image" Target="../media/image1.png"/><Relationship Id="rId7" Type="http://schemas.openxmlformats.org/officeDocument/2006/relationships/image" Target="../media/image27.png"/><Relationship Id="rId12" Type="http://schemas.openxmlformats.org/officeDocument/2006/relationships/image" Target="../media/image30.png"/><Relationship Id="rId2" Type="http://schemas.openxmlformats.org/officeDocument/2006/relationships/notesSlide" Target="../notesSlides/notesSlide48.xml"/><Relationship Id="rId1" Type="http://schemas.openxmlformats.org/officeDocument/2006/relationships/slideLayout" Target="../slideLayouts/slideLayout7.xml"/><Relationship Id="rId6" Type="http://schemas.openxmlformats.org/officeDocument/2006/relationships/image" Target="../media/image26.png"/><Relationship Id="rId11" Type="http://schemas.openxmlformats.org/officeDocument/2006/relationships/image" Target="../media/image29.svg"/><Relationship Id="rId5" Type="http://schemas.openxmlformats.org/officeDocument/2006/relationships/image" Target="../media/image25.png"/><Relationship Id="rId15" Type="http://schemas.openxmlformats.org/officeDocument/2006/relationships/image" Target="../media/image33.svg"/><Relationship Id="rId10" Type="http://schemas.openxmlformats.org/officeDocument/2006/relationships/image" Target="../media/image28.png"/><Relationship Id="rId4" Type="http://schemas.openxmlformats.org/officeDocument/2006/relationships/image" Target="../media/image18.png"/><Relationship Id="rId9" Type="http://schemas.openxmlformats.org/officeDocument/2006/relationships/image" Target="../media/image7.svg"/><Relationship Id="rId14" Type="http://schemas.openxmlformats.org/officeDocument/2006/relationships/image" Target="../media/image32.png"/></Relationships>
</file>

<file path=ppt/slides/_rels/slide49.xml.rels><?xml version="1.0" encoding="UTF-8" standalone="yes"?>
<Relationships xmlns="http://schemas.openxmlformats.org/package/2006/relationships"><Relationship Id="rId8" Type="http://schemas.openxmlformats.org/officeDocument/2006/relationships/image" Target="../media/image99.png"/><Relationship Id="rId13" Type="http://schemas.openxmlformats.org/officeDocument/2006/relationships/image" Target="../media/image104.svg"/><Relationship Id="rId3" Type="http://schemas.openxmlformats.org/officeDocument/2006/relationships/image" Target="../media/image1.png"/><Relationship Id="rId7" Type="http://schemas.openxmlformats.org/officeDocument/2006/relationships/image" Target="../media/image98.svg"/><Relationship Id="rId12" Type="http://schemas.openxmlformats.org/officeDocument/2006/relationships/image" Target="../media/image103.png"/><Relationship Id="rId17" Type="http://schemas.openxmlformats.org/officeDocument/2006/relationships/image" Target="../media/image108.svg"/><Relationship Id="rId2" Type="http://schemas.openxmlformats.org/officeDocument/2006/relationships/notesSlide" Target="../notesSlides/notesSlide49.xml"/><Relationship Id="rId16" Type="http://schemas.openxmlformats.org/officeDocument/2006/relationships/image" Target="../media/image107.png"/><Relationship Id="rId1" Type="http://schemas.openxmlformats.org/officeDocument/2006/relationships/slideLayout" Target="../slideLayouts/slideLayout7.xml"/><Relationship Id="rId6" Type="http://schemas.openxmlformats.org/officeDocument/2006/relationships/image" Target="../media/image97.png"/><Relationship Id="rId11" Type="http://schemas.openxmlformats.org/officeDocument/2006/relationships/image" Target="../media/image102.svg"/><Relationship Id="rId5" Type="http://schemas.openxmlformats.org/officeDocument/2006/relationships/image" Target="../media/image4.png"/><Relationship Id="rId15" Type="http://schemas.openxmlformats.org/officeDocument/2006/relationships/image" Target="../media/image106.svg"/><Relationship Id="rId10" Type="http://schemas.openxmlformats.org/officeDocument/2006/relationships/image" Target="../media/image101.png"/><Relationship Id="rId4" Type="http://schemas.openxmlformats.org/officeDocument/2006/relationships/image" Target="../media/image5.png"/><Relationship Id="rId9" Type="http://schemas.openxmlformats.org/officeDocument/2006/relationships/image" Target="../media/image100.svg"/><Relationship Id="rId14" Type="http://schemas.openxmlformats.org/officeDocument/2006/relationships/image" Target="../media/image105.png"/></Relationships>
</file>

<file path=ppt/slides/_rels/slide50.xml.rels><?xml version="1.0" encoding="UTF-8" standalone="yes"?>
<Relationships xmlns="http://schemas.openxmlformats.org/package/2006/relationships"><Relationship Id="rId8" Type="http://schemas.openxmlformats.org/officeDocument/2006/relationships/image" Target="../media/image99.png"/><Relationship Id="rId13" Type="http://schemas.openxmlformats.org/officeDocument/2006/relationships/image" Target="../media/image104.svg"/><Relationship Id="rId3" Type="http://schemas.openxmlformats.org/officeDocument/2006/relationships/image" Target="../media/image1.png"/><Relationship Id="rId7" Type="http://schemas.openxmlformats.org/officeDocument/2006/relationships/image" Target="../media/image98.svg"/><Relationship Id="rId12" Type="http://schemas.openxmlformats.org/officeDocument/2006/relationships/image" Target="../media/image103.png"/><Relationship Id="rId17" Type="http://schemas.openxmlformats.org/officeDocument/2006/relationships/image" Target="../media/image108.svg"/><Relationship Id="rId2" Type="http://schemas.openxmlformats.org/officeDocument/2006/relationships/notesSlide" Target="../notesSlides/notesSlide50.xml"/><Relationship Id="rId16" Type="http://schemas.openxmlformats.org/officeDocument/2006/relationships/image" Target="../media/image107.png"/><Relationship Id="rId1" Type="http://schemas.openxmlformats.org/officeDocument/2006/relationships/slideLayout" Target="../slideLayouts/slideLayout7.xml"/><Relationship Id="rId6" Type="http://schemas.openxmlformats.org/officeDocument/2006/relationships/image" Target="../media/image97.png"/><Relationship Id="rId11" Type="http://schemas.openxmlformats.org/officeDocument/2006/relationships/image" Target="../media/image102.svg"/><Relationship Id="rId5" Type="http://schemas.openxmlformats.org/officeDocument/2006/relationships/image" Target="../media/image4.png"/><Relationship Id="rId15" Type="http://schemas.openxmlformats.org/officeDocument/2006/relationships/image" Target="../media/image106.svg"/><Relationship Id="rId10" Type="http://schemas.openxmlformats.org/officeDocument/2006/relationships/image" Target="../media/image101.png"/><Relationship Id="rId4" Type="http://schemas.openxmlformats.org/officeDocument/2006/relationships/image" Target="../media/image5.png"/><Relationship Id="rId9" Type="http://schemas.openxmlformats.org/officeDocument/2006/relationships/image" Target="../media/image100.svg"/><Relationship Id="rId14" Type="http://schemas.openxmlformats.org/officeDocument/2006/relationships/image" Target="../media/image105.png"/></Relationships>
</file>

<file path=ppt/slides/_rels/slide51.xml.rels><?xml version="1.0" encoding="UTF-8" standalone="yes"?>
<Relationships xmlns="http://schemas.openxmlformats.org/package/2006/relationships"><Relationship Id="rId8" Type="http://schemas.openxmlformats.org/officeDocument/2006/relationships/image" Target="../media/image99.png"/><Relationship Id="rId13" Type="http://schemas.openxmlformats.org/officeDocument/2006/relationships/image" Target="../media/image104.svg"/><Relationship Id="rId3" Type="http://schemas.openxmlformats.org/officeDocument/2006/relationships/image" Target="../media/image1.png"/><Relationship Id="rId7" Type="http://schemas.openxmlformats.org/officeDocument/2006/relationships/image" Target="../media/image98.svg"/><Relationship Id="rId12" Type="http://schemas.openxmlformats.org/officeDocument/2006/relationships/image" Target="../media/image103.png"/><Relationship Id="rId17" Type="http://schemas.openxmlformats.org/officeDocument/2006/relationships/image" Target="../media/image108.svg"/><Relationship Id="rId2" Type="http://schemas.openxmlformats.org/officeDocument/2006/relationships/notesSlide" Target="../notesSlides/notesSlide51.xml"/><Relationship Id="rId16" Type="http://schemas.openxmlformats.org/officeDocument/2006/relationships/image" Target="../media/image107.png"/><Relationship Id="rId1" Type="http://schemas.openxmlformats.org/officeDocument/2006/relationships/slideLayout" Target="../slideLayouts/slideLayout7.xml"/><Relationship Id="rId6" Type="http://schemas.openxmlformats.org/officeDocument/2006/relationships/image" Target="../media/image97.png"/><Relationship Id="rId11" Type="http://schemas.openxmlformats.org/officeDocument/2006/relationships/image" Target="../media/image102.svg"/><Relationship Id="rId5" Type="http://schemas.openxmlformats.org/officeDocument/2006/relationships/image" Target="../media/image4.png"/><Relationship Id="rId15" Type="http://schemas.openxmlformats.org/officeDocument/2006/relationships/image" Target="../media/image106.svg"/><Relationship Id="rId10" Type="http://schemas.openxmlformats.org/officeDocument/2006/relationships/image" Target="../media/image101.png"/><Relationship Id="rId4" Type="http://schemas.openxmlformats.org/officeDocument/2006/relationships/image" Target="../media/image5.png"/><Relationship Id="rId9" Type="http://schemas.openxmlformats.org/officeDocument/2006/relationships/image" Target="../media/image100.svg"/><Relationship Id="rId14" Type="http://schemas.openxmlformats.org/officeDocument/2006/relationships/image" Target="../media/image105.png"/></Relationships>
</file>

<file path=ppt/slides/_rels/slide52.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31.svg"/><Relationship Id="rId3" Type="http://schemas.openxmlformats.org/officeDocument/2006/relationships/image" Target="../media/image1.png"/><Relationship Id="rId7" Type="http://schemas.openxmlformats.org/officeDocument/2006/relationships/image" Target="../media/image27.png"/><Relationship Id="rId12" Type="http://schemas.openxmlformats.org/officeDocument/2006/relationships/image" Target="../media/image30.png"/><Relationship Id="rId2" Type="http://schemas.openxmlformats.org/officeDocument/2006/relationships/notesSlide" Target="../notesSlides/notesSlide52.xml"/><Relationship Id="rId1" Type="http://schemas.openxmlformats.org/officeDocument/2006/relationships/slideLayout" Target="../slideLayouts/slideLayout7.xml"/><Relationship Id="rId6" Type="http://schemas.openxmlformats.org/officeDocument/2006/relationships/image" Target="../media/image26.png"/><Relationship Id="rId11" Type="http://schemas.openxmlformats.org/officeDocument/2006/relationships/image" Target="../media/image29.svg"/><Relationship Id="rId5" Type="http://schemas.openxmlformats.org/officeDocument/2006/relationships/image" Target="../media/image25.png"/><Relationship Id="rId15" Type="http://schemas.openxmlformats.org/officeDocument/2006/relationships/image" Target="../media/image33.svg"/><Relationship Id="rId10" Type="http://schemas.openxmlformats.org/officeDocument/2006/relationships/image" Target="../media/image28.png"/><Relationship Id="rId4" Type="http://schemas.openxmlformats.org/officeDocument/2006/relationships/image" Target="../media/image18.png"/><Relationship Id="rId9" Type="http://schemas.openxmlformats.org/officeDocument/2006/relationships/image" Target="../media/image7.svg"/><Relationship Id="rId14" Type="http://schemas.openxmlformats.org/officeDocument/2006/relationships/image" Target="../media/image32.png"/></Relationships>
</file>

<file path=ppt/slides/_rels/slide53.xml.rels><?xml version="1.0" encoding="UTF-8" standalone="yes"?>
<Relationships xmlns="http://schemas.openxmlformats.org/package/2006/relationships"><Relationship Id="rId8" Type="http://schemas.openxmlformats.org/officeDocument/2006/relationships/image" Target="../media/image111.png"/><Relationship Id="rId13" Type="http://schemas.openxmlformats.org/officeDocument/2006/relationships/image" Target="../media/image21.png"/><Relationship Id="rId3" Type="http://schemas.openxmlformats.org/officeDocument/2006/relationships/image" Target="../media/image109.png"/><Relationship Id="rId7" Type="http://schemas.openxmlformats.org/officeDocument/2006/relationships/image" Target="../media/image25.png"/><Relationship Id="rId12" Type="http://schemas.openxmlformats.org/officeDocument/2006/relationships/image" Target="../media/image3.png"/><Relationship Id="rId2" Type="http://schemas.openxmlformats.org/officeDocument/2006/relationships/notesSlide" Target="../notesSlides/notesSlide53.xml"/><Relationship Id="rId1" Type="http://schemas.openxmlformats.org/officeDocument/2006/relationships/slideLayout" Target="../slideLayouts/slideLayout7.xml"/><Relationship Id="rId6" Type="http://schemas.openxmlformats.org/officeDocument/2006/relationships/image" Target="../media/image18.png"/><Relationship Id="rId11" Type="http://schemas.openxmlformats.org/officeDocument/2006/relationships/image" Target="../media/image114.svg"/><Relationship Id="rId5" Type="http://schemas.openxmlformats.org/officeDocument/2006/relationships/image" Target="../media/image1.png"/><Relationship Id="rId10" Type="http://schemas.openxmlformats.org/officeDocument/2006/relationships/image" Target="../media/image113.png"/><Relationship Id="rId4" Type="http://schemas.openxmlformats.org/officeDocument/2006/relationships/image" Target="../media/image110.svg"/><Relationship Id="rId9" Type="http://schemas.openxmlformats.org/officeDocument/2006/relationships/image" Target="../media/image112.svg"/><Relationship Id="rId14" Type="http://schemas.openxmlformats.org/officeDocument/2006/relationships/image" Target="../media/image22.svg"/></Relationships>
</file>

<file path=ppt/slides/_rels/slide54.xml.rels><?xml version="1.0" encoding="UTF-8" standalone="yes"?>
<Relationships xmlns="http://schemas.openxmlformats.org/package/2006/relationships"><Relationship Id="rId8" Type="http://schemas.openxmlformats.org/officeDocument/2006/relationships/image" Target="../media/image115.png"/><Relationship Id="rId13" Type="http://schemas.openxmlformats.org/officeDocument/2006/relationships/image" Target="../media/image120.svg"/><Relationship Id="rId18" Type="http://schemas.openxmlformats.org/officeDocument/2006/relationships/image" Target="../media/image125.png"/><Relationship Id="rId3" Type="http://schemas.openxmlformats.org/officeDocument/2006/relationships/image" Target="../media/image1.png"/><Relationship Id="rId7" Type="http://schemas.openxmlformats.org/officeDocument/2006/relationships/image" Target="../media/image3.png"/><Relationship Id="rId12" Type="http://schemas.openxmlformats.org/officeDocument/2006/relationships/image" Target="../media/image119.png"/><Relationship Id="rId17" Type="http://schemas.openxmlformats.org/officeDocument/2006/relationships/image" Target="../media/image124.svg"/><Relationship Id="rId2" Type="http://schemas.openxmlformats.org/officeDocument/2006/relationships/notesSlide" Target="../notesSlides/notesSlide54.xml"/><Relationship Id="rId16" Type="http://schemas.openxmlformats.org/officeDocument/2006/relationships/image" Target="../media/image123.png"/><Relationship Id="rId1" Type="http://schemas.openxmlformats.org/officeDocument/2006/relationships/slideLayout" Target="../slideLayouts/slideLayout7.xml"/><Relationship Id="rId6" Type="http://schemas.openxmlformats.org/officeDocument/2006/relationships/image" Target="../media/image4.png"/><Relationship Id="rId11" Type="http://schemas.openxmlformats.org/officeDocument/2006/relationships/image" Target="../media/image118.svg"/><Relationship Id="rId5" Type="http://schemas.openxmlformats.org/officeDocument/2006/relationships/image" Target="../media/image5.png"/><Relationship Id="rId15" Type="http://schemas.openxmlformats.org/officeDocument/2006/relationships/image" Target="../media/image122.svg"/><Relationship Id="rId10" Type="http://schemas.openxmlformats.org/officeDocument/2006/relationships/image" Target="../media/image117.png"/><Relationship Id="rId4" Type="http://schemas.openxmlformats.org/officeDocument/2006/relationships/image" Target="../media/image2.png"/><Relationship Id="rId9" Type="http://schemas.openxmlformats.org/officeDocument/2006/relationships/image" Target="../media/image116.svg"/><Relationship Id="rId14" Type="http://schemas.openxmlformats.org/officeDocument/2006/relationships/image" Target="../media/image12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C8EAFF"/>
        </a:solidFill>
        <a:effectLst/>
      </p:bgPr>
    </p:bg>
    <p:spTree>
      <p:nvGrpSpPr>
        <p:cNvPr id="1" name=""/>
        <p:cNvGrpSpPr/>
        <p:nvPr/>
      </p:nvGrpSpPr>
      <p:grpSpPr>
        <a:xfrm>
          <a:off x="0" y="0"/>
          <a:ext cx="0" cy="0"/>
          <a:chOff x="0" y="0"/>
          <a:chExt cx="0" cy="0"/>
        </a:xfrm>
      </p:grpSpPr>
      <p:sp>
        <p:nvSpPr>
          <p:cNvPr id="2" name="Freeform 2"/>
          <p:cNvSpPr/>
          <p:nvPr/>
        </p:nvSpPr>
        <p:spPr>
          <a:xfrm>
            <a:off x="0" y="0"/>
            <a:ext cx="18288006" cy="10287002"/>
          </a:xfrm>
          <a:custGeom>
            <a:avLst/>
            <a:gdLst/>
            <a:ahLst/>
            <a:cxnLst/>
            <a:rect l="l" t="t" r="r" b="b"/>
            <a:pathLst>
              <a:path w="18288006" h="10287002">
                <a:moveTo>
                  <a:pt x="0" y="0"/>
                </a:moveTo>
                <a:lnTo>
                  <a:pt x="18288006" y="0"/>
                </a:lnTo>
                <a:lnTo>
                  <a:pt x="18288006" y="10287002"/>
                </a:lnTo>
                <a:lnTo>
                  <a:pt x="0" y="10287002"/>
                </a:lnTo>
                <a:lnTo>
                  <a:pt x="0" y="0"/>
                </a:lnTo>
                <a:close/>
              </a:path>
            </a:pathLst>
          </a:custGeom>
          <a:blipFill>
            <a:blip r:embed="rId3">
              <a:alphaModFix amt="57999"/>
            </a:blip>
            <a:stretch>
              <a:fillRect/>
            </a:stretch>
          </a:blipFill>
        </p:spPr>
        <p:txBody>
          <a:bodyPr/>
          <a:lstStyle/>
          <a:p>
            <a:endParaRPr lang="en-US"/>
          </a:p>
        </p:txBody>
      </p:sp>
      <p:sp>
        <p:nvSpPr>
          <p:cNvPr id="3" name="Freeform 3"/>
          <p:cNvSpPr/>
          <p:nvPr/>
        </p:nvSpPr>
        <p:spPr>
          <a:xfrm>
            <a:off x="-2266948" y="-1978964"/>
            <a:ext cx="10591800" cy="4907960"/>
          </a:xfrm>
          <a:custGeom>
            <a:avLst/>
            <a:gdLst/>
            <a:ahLst/>
            <a:cxnLst/>
            <a:rect l="l" t="t" r="r" b="b"/>
            <a:pathLst>
              <a:path w="10591800" h="4907960">
                <a:moveTo>
                  <a:pt x="0" y="0"/>
                </a:moveTo>
                <a:lnTo>
                  <a:pt x="10591800" y="0"/>
                </a:lnTo>
                <a:lnTo>
                  <a:pt x="10591800" y="4907960"/>
                </a:lnTo>
                <a:lnTo>
                  <a:pt x="0" y="4907960"/>
                </a:lnTo>
                <a:lnTo>
                  <a:pt x="0" y="0"/>
                </a:lnTo>
                <a:close/>
              </a:path>
            </a:pathLst>
          </a:custGeom>
          <a:blipFill>
            <a:blip r:embed="rId4"/>
            <a:stretch>
              <a:fillRect/>
            </a:stretch>
          </a:blipFill>
        </p:spPr>
        <p:txBody>
          <a:bodyPr/>
          <a:lstStyle/>
          <a:p>
            <a:endParaRPr lang="en-US"/>
          </a:p>
        </p:txBody>
      </p:sp>
      <p:sp>
        <p:nvSpPr>
          <p:cNvPr id="4" name="Freeform 4"/>
          <p:cNvSpPr/>
          <p:nvPr/>
        </p:nvSpPr>
        <p:spPr>
          <a:xfrm>
            <a:off x="11925302" y="7166054"/>
            <a:ext cx="10591798" cy="5172626"/>
          </a:xfrm>
          <a:custGeom>
            <a:avLst/>
            <a:gdLst/>
            <a:ahLst/>
            <a:cxnLst/>
            <a:rect l="l" t="t" r="r" b="b"/>
            <a:pathLst>
              <a:path w="10591798" h="5172626">
                <a:moveTo>
                  <a:pt x="0" y="0"/>
                </a:moveTo>
                <a:lnTo>
                  <a:pt x="10591798" y="0"/>
                </a:lnTo>
                <a:lnTo>
                  <a:pt x="10591798" y="5172626"/>
                </a:lnTo>
                <a:lnTo>
                  <a:pt x="0" y="5172626"/>
                </a:lnTo>
                <a:lnTo>
                  <a:pt x="0" y="0"/>
                </a:lnTo>
                <a:close/>
              </a:path>
            </a:pathLst>
          </a:custGeom>
          <a:blipFill>
            <a:blip r:embed="rId5"/>
            <a:stretch>
              <a:fillRect/>
            </a:stretch>
          </a:blipFill>
        </p:spPr>
        <p:txBody>
          <a:bodyPr/>
          <a:lstStyle/>
          <a:p>
            <a:endParaRPr lang="en-US"/>
          </a:p>
        </p:txBody>
      </p:sp>
      <p:sp>
        <p:nvSpPr>
          <p:cNvPr id="5" name="Freeform 5"/>
          <p:cNvSpPr/>
          <p:nvPr/>
        </p:nvSpPr>
        <p:spPr>
          <a:xfrm>
            <a:off x="-2952748" y="6172440"/>
            <a:ext cx="10591798" cy="5712050"/>
          </a:xfrm>
          <a:custGeom>
            <a:avLst/>
            <a:gdLst/>
            <a:ahLst/>
            <a:cxnLst/>
            <a:rect l="l" t="t" r="r" b="b"/>
            <a:pathLst>
              <a:path w="10591798" h="5712050">
                <a:moveTo>
                  <a:pt x="0" y="0"/>
                </a:moveTo>
                <a:lnTo>
                  <a:pt x="10591798" y="0"/>
                </a:lnTo>
                <a:lnTo>
                  <a:pt x="10591798" y="5712050"/>
                </a:lnTo>
                <a:lnTo>
                  <a:pt x="0" y="5712050"/>
                </a:lnTo>
                <a:lnTo>
                  <a:pt x="0" y="0"/>
                </a:lnTo>
                <a:close/>
              </a:path>
            </a:pathLst>
          </a:custGeom>
          <a:blipFill>
            <a:blip r:embed="rId6"/>
            <a:stretch>
              <a:fillRect/>
            </a:stretch>
          </a:blipFill>
        </p:spPr>
        <p:txBody>
          <a:bodyPr/>
          <a:lstStyle/>
          <a:p>
            <a:endParaRPr lang="en-US"/>
          </a:p>
        </p:txBody>
      </p:sp>
      <p:sp>
        <p:nvSpPr>
          <p:cNvPr id="6" name="TextBox 6"/>
          <p:cNvSpPr txBox="1"/>
          <p:nvPr/>
        </p:nvSpPr>
        <p:spPr>
          <a:xfrm>
            <a:off x="2472825" y="3959465"/>
            <a:ext cx="13342350" cy="1565910"/>
          </a:xfrm>
          <a:prstGeom prst="rect">
            <a:avLst/>
          </a:prstGeom>
        </p:spPr>
        <p:txBody>
          <a:bodyPr lIns="0" tIns="0" rIns="0" bIns="0" rtlCol="0" anchor="t">
            <a:spAutoFit/>
          </a:bodyPr>
          <a:lstStyle/>
          <a:p>
            <a:pPr algn="ctr">
              <a:lnSpc>
                <a:spcPts val="11519"/>
              </a:lnSpc>
            </a:pPr>
            <a:r>
              <a:rPr lang="en-US" sz="12000">
                <a:solidFill>
                  <a:srgbClr val="13394F"/>
                </a:solidFill>
                <a:latin typeface="Bebas Neue"/>
                <a:ea typeface="Bebas Neue"/>
                <a:cs typeface="Bebas Neue"/>
                <a:sym typeface="Bebas Neue"/>
              </a:rPr>
              <a:t>Flighty Project</a:t>
            </a:r>
          </a:p>
        </p:txBody>
      </p:sp>
      <p:sp>
        <p:nvSpPr>
          <p:cNvPr id="7" name="Freeform 7"/>
          <p:cNvSpPr/>
          <p:nvPr/>
        </p:nvSpPr>
        <p:spPr>
          <a:xfrm>
            <a:off x="8553452" y="-695582"/>
            <a:ext cx="10591798" cy="4572496"/>
          </a:xfrm>
          <a:custGeom>
            <a:avLst/>
            <a:gdLst/>
            <a:ahLst/>
            <a:cxnLst/>
            <a:rect l="l" t="t" r="r" b="b"/>
            <a:pathLst>
              <a:path w="10591798" h="4572496">
                <a:moveTo>
                  <a:pt x="0" y="0"/>
                </a:moveTo>
                <a:lnTo>
                  <a:pt x="10591798" y="0"/>
                </a:lnTo>
                <a:lnTo>
                  <a:pt x="10591798" y="4572496"/>
                </a:lnTo>
                <a:lnTo>
                  <a:pt x="0" y="4572496"/>
                </a:lnTo>
                <a:lnTo>
                  <a:pt x="0" y="0"/>
                </a:lnTo>
                <a:close/>
              </a:path>
            </a:pathLst>
          </a:custGeom>
          <a:blipFill>
            <a:blip r:embed="rId7"/>
            <a:stretch>
              <a:fillRect/>
            </a:stretch>
          </a:blipFill>
        </p:spPr>
        <p:txBody>
          <a:bodyPr/>
          <a:lstStyle/>
          <a:p>
            <a:endParaRPr lang="en-US"/>
          </a:p>
        </p:txBody>
      </p:sp>
      <p:sp>
        <p:nvSpPr>
          <p:cNvPr id="8" name="Freeform 8"/>
          <p:cNvSpPr/>
          <p:nvPr/>
        </p:nvSpPr>
        <p:spPr>
          <a:xfrm>
            <a:off x="1426456" y="16936"/>
            <a:ext cx="3527203" cy="3345634"/>
          </a:xfrm>
          <a:custGeom>
            <a:avLst/>
            <a:gdLst/>
            <a:ahLst/>
            <a:cxnLst/>
            <a:rect l="l" t="t" r="r" b="b"/>
            <a:pathLst>
              <a:path w="3527203" h="3345634">
                <a:moveTo>
                  <a:pt x="0" y="0"/>
                </a:moveTo>
                <a:lnTo>
                  <a:pt x="3527203" y="0"/>
                </a:lnTo>
                <a:lnTo>
                  <a:pt x="3527203" y="3345634"/>
                </a:lnTo>
                <a:lnTo>
                  <a:pt x="0" y="3345634"/>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US"/>
          </a:p>
        </p:txBody>
      </p:sp>
      <p:sp>
        <p:nvSpPr>
          <p:cNvPr id="9" name="Freeform 9"/>
          <p:cNvSpPr/>
          <p:nvPr/>
        </p:nvSpPr>
        <p:spPr>
          <a:xfrm>
            <a:off x="15799615" y="560035"/>
            <a:ext cx="3345634" cy="4108216"/>
          </a:xfrm>
          <a:custGeom>
            <a:avLst/>
            <a:gdLst/>
            <a:ahLst/>
            <a:cxnLst/>
            <a:rect l="l" t="t" r="r" b="b"/>
            <a:pathLst>
              <a:path w="3345634" h="4108216">
                <a:moveTo>
                  <a:pt x="0" y="0"/>
                </a:moveTo>
                <a:lnTo>
                  <a:pt x="3345634" y="0"/>
                </a:lnTo>
                <a:lnTo>
                  <a:pt x="3345634" y="4108216"/>
                </a:lnTo>
                <a:lnTo>
                  <a:pt x="0" y="4108216"/>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US"/>
          </a:p>
        </p:txBody>
      </p:sp>
      <p:sp>
        <p:nvSpPr>
          <p:cNvPr id="10" name="Freeform 10"/>
          <p:cNvSpPr/>
          <p:nvPr/>
        </p:nvSpPr>
        <p:spPr>
          <a:xfrm>
            <a:off x="7955111" y="6624021"/>
            <a:ext cx="2956208" cy="3294091"/>
          </a:xfrm>
          <a:custGeom>
            <a:avLst/>
            <a:gdLst/>
            <a:ahLst/>
            <a:cxnLst/>
            <a:rect l="l" t="t" r="r" b="b"/>
            <a:pathLst>
              <a:path w="2956208" h="3294091">
                <a:moveTo>
                  <a:pt x="0" y="0"/>
                </a:moveTo>
                <a:lnTo>
                  <a:pt x="2956208" y="0"/>
                </a:lnTo>
                <a:lnTo>
                  <a:pt x="2956208" y="3294090"/>
                </a:lnTo>
                <a:lnTo>
                  <a:pt x="0" y="3294090"/>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endParaRPr lang="en-US"/>
          </a:p>
        </p:txBody>
      </p:sp>
      <p:sp>
        <p:nvSpPr>
          <p:cNvPr id="11" name="Freeform 11"/>
          <p:cNvSpPr/>
          <p:nvPr/>
        </p:nvSpPr>
        <p:spPr>
          <a:xfrm>
            <a:off x="-190500" y="2305050"/>
            <a:ext cx="2674550" cy="7962900"/>
          </a:xfrm>
          <a:custGeom>
            <a:avLst/>
            <a:gdLst/>
            <a:ahLst/>
            <a:cxnLst/>
            <a:rect l="l" t="t" r="r" b="b"/>
            <a:pathLst>
              <a:path w="2674550" h="7962900">
                <a:moveTo>
                  <a:pt x="0" y="0"/>
                </a:moveTo>
                <a:lnTo>
                  <a:pt x="2674550" y="0"/>
                </a:lnTo>
                <a:lnTo>
                  <a:pt x="2674550" y="7962900"/>
                </a:lnTo>
                <a:lnTo>
                  <a:pt x="0" y="7962900"/>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endParaRPr lang="en-US"/>
          </a:p>
        </p:txBody>
      </p:sp>
      <p:sp>
        <p:nvSpPr>
          <p:cNvPr id="12" name="Freeform 12"/>
          <p:cNvSpPr/>
          <p:nvPr/>
        </p:nvSpPr>
        <p:spPr>
          <a:xfrm>
            <a:off x="16382380" y="4019550"/>
            <a:ext cx="1829400" cy="8115300"/>
          </a:xfrm>
          <a:custGeom>
            <a:avLst/>
            <a:gdLst/>
            <a:ahLst/>
            <a:cxnLst/>
            <a:rect l="l" t="t" r="r" b="b"/>
            <a:pathLst>
              <a:path w="1829400" h="8115300">
                <a:moveTo>
                  <a:pt x="0" y="0"/>
                </a:moveTo>
                <a:lnTo>
                  <a:pt x="1829400" y="0"/>
                </a:lnTo>
                <a:lnTo>
                  <a:pt x="1829400" y="8115300"/>
                </a:lnTo>
                <a:lnTo>
                  <a:pt x="0" y="8115300"/>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txBody>
          <a:bodyPr/>
          <a:lstStyle/>
          <a:p>
            <a:endParaRPr lang="en-US"/>
          </a:p>
        </p:txBody>
      </p:sp>
      <p:sp>
        <p:nvSpPr>
          <p:cNvPr id="13" name="Freeform 13"/>
          <p:cNvSpPr/>
          <p:nvPr/>
        </p:nvSpPr>
        <p:spPr>
          <a:xfrm>
            <a:off x="3409950" y="8271066"/>
            <a:ext cx="4933950" cy="3216100"/>
          </a:xfrm>
          <a:custGeom>
            <a:avLst/>
            <a:gdLst/>
            <a:ahLst/>
            <a:cxnLst/>
            <a:rect l="l" t="t" r="r" b="b"/>
            <a:pathLst>
              <a:path w="4933950" h="3216100">
                <a:moveTo>
                  <a:pt x="0" y="0"/>
                </a:moveTo>
                <a:lnTo>
                  <a:pt x="4933950" y="0"/>
                </a:lnTo>
                <a:lnTo>
                  <a:pt x="4933950" y="3216100"/>
                </a:lnTo>
                <a:lnTo>
                  <a:pt x="0" y="3216100"/>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C8EAFF"/>
        </a:solidFill>
        <a:effectLst/>
      </p:bgPr>
    </p:bg>
    <p:spTree>
      <p:nvGrpSpPr>
        <p:cNvPr id="1" name=""/>
        <p:cNvGrpSpPr/>
        <p:nvPr/>
      </p:nvGrpSpPr>
      <p:grpSpPr>
        <a:xfrm>
          <a:off x="0" y="0"/>
          <a:ext cx="0" cy="0"/>
          <a:chOff x="0" y="0"/>
          <a:chExt cx="0" cy="0"/>
        </a:xfrm>
      </p:grpSpPr>
      <p:sp>
        <p:nvSpPr>
          <p:cNvPr id="2" name="Freeform 2"/>
          <p:cNvSpPr/>
          <p:nvPr/>
        </p:nvSpPr>
        <p:spPr>
          <a:xfrm>
            <a:off x="0" y="0"/>
            <a:ext cx="18288006" cy="10287002"/>
          </a:xfrm>
          <a:custGeom>
            <a:avLst/>
            <a:gdLst/>
            <a:ahLst/>
            <a:cxnLst/>
            <a:rect l="l" t="t" r="r" b="b"/>
            <a:pathLst>
              <a:path w="18288006" h="10287002">
                <a:moveTo>
                  <a:pt x="0" y="0"/>
                </a:moveTo>
                <a:lnTo>
                  <a:pt x="18288006" y="0"/>
                </a:lnTo>
                <a:lnTo>
                  <a:pt x="18288006" y="10287002"/>
                </a:lnTo>
                <a:lnTo>
                  <a:pt x="0" y="10287002"/>
                </a:lnTo>
                <a:lnTo>
                  <a:pt x="0" y="0"/>
                </a:lnTo>
                <a:close/>
              </a:path>
            </a:pathLst>
          </a:custGeom>
          <a:blipFill>
            <a:blip r:embed="rId3">
              <a:alphaModFix amt="57999"/>
            </a:blip>
            <a:stretch>
              <a:fillRect/>
            </a:stretch>
          </a:blipFill>
        </p:spPr>
        <p:txBody>
          <a:bodyPr/>
          <a:lstStyle/>
          <a:p>
            <a:endParaRPr lang="en-US"/>
          </a:p>
        </p:txBody>
      </p:sp>
      <p:sp>
        <p:nvSpPr>
          <p:cNvPr id="3" name="Freeform 3"/>
          <p:cNvSpPr/>
          <p:nvPr/>
        </p:nvSpPr>
        <p:spPr>
          <a:xfrm>
            <a:off x="12896852" y="7921486"/>
            <a:ext cx="10591800" cy="4907960"/>
          </a:xfrm>
          <a:custGeom>
            <a:avLst/>
            <a:gdLst/>
            <a:ahLst/>
            <a:cxnLst/>
            <a:rect l="l" t="t" r="r" b="b"/>
            <a:pathLst>
              <a:path w="10591800" h="4907960">
                <a:moveTo>
                  <a:pt x="0" y="0"/>
                </a:moveTo>
                <a:lnTo>
                  <a:pt x="10591800" y="0"/>
                </a:lnTo>
                <a:lnTo>
                  <a:pt x="10591800" y="4907960"/>
                </a:lnTo>
                <a:lnTo>
                  <a:pt x="0" y="4907960"/>
                </a:lnTo>
                <a:lnTo>
                  <a:pt x="0" y="0"/>
                </a:lnTo>
                <a:close/>
              </a:path>
            </a:pathLst>
          </a:custGeom>
          <a:blipFill>
            <a:blip r:embed="rId4"/>
            <a:stretch>
              <a:fillRect/>
            </a:stretch>
          </a:blipFill>
        </p:spPr>
        <p:txBody>
          <a:bodyPr/>
          <a:lstStyle/>
          <a:p>
            <a:endParaRPr lang="en-US"/>
          </a:p>
        </p:txBody>
      </p:sp>
      <p:sp>
        <p:nvSpPr>
          <p:cNvPr id="4" name="Freeform 4"/>
          <p:cNvSpPr/>
          <p:nvPr/>
        </p:nvSpPr>
        <p:spPr>
          <a:xfrm>
            <a:off x="-5048148" y="7688004"/>
            <a:ext cx="10591798" cy="5172626"/>
          </a:xfrm>
          <a:custGeom>
            <a:avLst/>
            <a:gdLst/>
            <a:ahLst/>
            <a:cxnLst/>
            <a:rect l="l" t="t" r="r" b="b"/>
            <a:pathLst>
              <a:path w="10591798" h="5172626">
                <a:moveTo>
                  <a:pt x="0" y="0"/>
                </a:moveTo>
                <a:lnTo>
                  <a:pt x="10591798" y="0"/>
                </a:lnTo>
                <a:lnTo>
                  <a:pt x="10591798" y="5172626"/>
                </a:lnTo>
                <a:lnTo>
                  <a:pt x="0" y="5172626"/>
                </a:lnTo>
                <a:lnTo>
                  <a:pt x="0" y="0"/>
                </a:lnTo>
                <a:close/>
              </a:path>
            </a:pathLst>
          </a:custGeom>
          <a:blipFill>
            <a:blip r:embed="rId5"/>
            <a:stretch>
              <a:fillRect/>
            </a:stretch>
          </a:blipFill>
        </p:spPr>
        <p:txBody>
          <a:bodyPr/>
          <a:lstStyle/>
          <a:p>
            <a:endParaRPr lang="en-US"/>
          </a:p>
        </p:txBody>
      </p:sp>
      <p:sp>
        <p:nvSpPr>
          <p:cNvPr id="5" name="Freeform 5"/>
          <p:cNvSpPr/>
          <p:nvPr/>
        </p:nvSpPr>
        <p:spPr>
          <a:xfrm>
            <a:off x="-4926948" y="-1970182"/>
            <a:ext cx="10591802" cy="4732396"/>
          </a:xfrm>
          <a:custGeom>
            <a:avLst/>
            <a:gdLst/>
            <a:ahLst/>
            <a:cxnLst/>
            <a:rect l="l" t="t" r="r" b="b"/>
            <a:pathLst>
              <a:path w="10591802" h="4732396">
                <a:moveTo>
                  <a:pt x="0" y="0"/>
                </a:moveTo>
                <a:lnTo>
                  <a:pt x="10591802" y="0"/>
                </a:lnTo>
                <a:lnTo>
                  <a:pt x="10591802" y="4732396"/>
                </a:lnTo>
                <a:lnTo>
                  <a:pt x="0" y="4732396"/>
                </a:lnTo>
                <a:lnTo>
                  <a:pt x="0" y="0"/>
                </a:lnTo>
                <a:close/>
              </a:path>
            </a:pathLst>
          </a:custGeom>
          <a:blipFill>
            <a:blip r:embed="rId6"/>
            <a:stretch>
              <a:fillRect/>
            </a:stretch>
          </a:blipFill>
        </p:spPr>
        <p:txBody>
          <a:bodyPr/>
          <a:lstStyle/>
          <a:p>
            <a:endParaRPr lang="en-US"/>
          </a:p>
        </p:txBody>
      </p:sp>
      <p:sp>
        <p:nvSpPr>
          <p:cNvPr id="6" name="Freeform 6"/>
          <p:cNvSpPr/>
          <p:nvPr/>
        </p:nvSpPr>
        <p:spPr>
          <a:xfrm>
            <a:off x="17335500" y="1562100"/>
            <a:ext cx="852900" cy="9105900"/>
          </a:xfrm>
          <a:custGeom>
            <a:avLst/>
            <a:gdLst/>
            <a:ahLst/>
            <a:cxnLst/>
            <a:rect l="l" t="t" r="r" b="b"/>
            <a:pathLst>
              <a:path w="852900" h="9105900">
                <a:moveTo>
                  <a:pt x="0" y="0"/>
                </a:moveTo>
                <a:lnTo>
                  <a:pt x="852900" y="0"/>
                </a:lnTo>
                <a:lnTo>
                  <a:pt x="852900" y="9105900"/>
                </a:lnTo>
                <a:lnTo>
                  <a:pt x="0" y="910590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US"/>
          </a:p>
        </p:txBody>
      </p:sp>
      <p:sp>
        <p:nvSpPr>
          <p:cNvPr id="7" name="Freeform 7"/>
          <p:cNvSpPr/>
          <p:nvPr/>
        </p:nvSpPr>
        <p:spPr>
          <a:xfrm>
            <a:off x="14361250" y="-1202957"/>
            <a:ext cx="4069525" cy="4131432"/>
          </a:xfrm>
          <a:custGeom>
            <a:avLst/>
            <a:gdLst/>
            <a:ahLst/>
            <a:cxnLst/>
            <a:rect l="l" t="t" r="r" b="b"/>
            <a:pathLst>
              <a:path w="4069525" h="4131432">
                <a:moveTo>
                  <a:pt x="0" y="0"/>
                </a:moveTo>
                <a:lnTo>
                  <a:pt x="4069525" y="0"/>
                </a:lnTo>
                <a:lnTo>
                  <a:pt x="4069525" y="4131431"/>
                </a:lnTo>
                <a:lnTo>
                  <a:pt x="0" y="4131431"/>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US"/>
          </a:p>
        </p:txBody>
      </p:sp>
      <p:sp>
        <p:nvSpPr>
          <p:cNvPr id="8" name="TextBox 8"/>
          <p:cNvSpPr txBox="1"/>
          <p:nvPr/>
        </p:nvSpPr>
        <p:spPr>
          <a:xfrm>
            <a:off x="3114100" y="843709"/>
            <a:ext cx="11247150" cy="933450"/>
          </a:xfrm>
          <a:prstGeom prst="rect">
            <a:avLst/>
          </a:prstGeom>
        </p:spPr>
        <p:txBody>
          <a:bodyPr lIns="0" tIns="0" rIns="0" bIns="0" rtlCol="0" anchor="t">
            <a:spAutoFit/>
          </a:bodyPr>
          <a:lstStyle/>
          <a:p>
            <a:pPr algn="ctr">
              <a:lnSpc>
                <a:spcPts val="7200"/>
              </a:lnSpc>
            </a:pPr>
            <a:r>
              <a:rPr lang="en-US" sz="6000">
                <a:solidFill>
                  <a:srgbClr val="13394F"/>
                </a:solidFill>
                <a:latin typeface="Bebas Neue"/>
                <a:ea typeface="Bebas Neue"/>
                <a:cs typeface="Bebas Neue"/>
                <a:sym typeface="Bebas Neue"/>
              </a:rPr>
              <a:t>Team Members</a:t>
            </a:r>
          </a:p>
        </p:txBody>
      </p:sp>
      <p:sp>
        <p:nvSpPr>
          <p:cNvPr id="9" name="TextBox 9"/>
          <p:cNvSpPr txBox="1"/>
          <p:nvPr/>
        </p:nvSpPr>
        <p:spPr>
          <a:xfrm>
            <a:off x="2202994" y="6240821"/>
            <a:ext cx="4428150" cy="495300"/>
          </a:xfrm>
          <a:prstGeom prst="rect">
            <a:avLst/>
          </a:prstGeom>
        </p:spPr>
        <p:txBody>
          <a:bodyPr lIns="0" tIns="0" rIns="0" bIns="0" rtlCol="0" anchor="t">
            <a:spAutoFit/>
          </a:bodyPr>
          <a:lstStyle/>
          <a:p>
            <a:pPr algn="ctr">
              <a:lnSpc>
                <a:spcPts val="3839"/>
              </a:lnSpc>
            </a:pPr>
            <a:r>
              <a:rPr lang="en-US" sz="3199">
                <a:solidFill>
                  <a:srgbClr val="13394F"/>
                </a:solidFill>
                <a:latin typeface="Lexend Deca"/>
                <a:ea typeface="Lexend Deca"/>
                <a:cs typeface="Lexend Deca"/>
                <a:sym typeface="Lexend Deca"/>
              </a:rPr>
              <a:t>Shaza Atef Sobhy</a:t>
            </a:r>
          </a:p>
        </p:txBody>
      </p:sp>
      <p:sp>
        <p:nvSpPr>
          <p:cNvPr id="10" name="TextBox 10"/>
          <p:cNvSpPr txBox="1"/>
          <p:nvPr/>
        </p:nvSpPr>
        <p:spPr>
          <a:xfrm>
            <a:off x="2364248" y="3741377"/>
            <a:ext cx="4698270" cy="495300"/>
          </a:xfrm>
          <a:prstGeom prst="rect">
            <a:avLst/>
          </a:prstGeom>
        </p:spPr>
        <p:txBody>
          <a:bodyPr lIns="0" tIns="0" rIns="0" bIns="0" rtlCol="0" anchor="t">
            <a:spAutoFit/>
          </a:bodyPr>
          <a:lstStyle/>
          <a:p>
            <a:pPr algn="ctr">
              <a:lnSpc>
                <a:spcPts val="3839"/>
              </a:lnSpc>
            </a:pPr>
            <a:r>
              <a:rPr lang="en-US" sz="3199">
                <a:solidFill>
                  <a:srgbClr val="13394F"/>
                </a:solidFill>
                <a:latin typeface="Lexend Deca"/>
                <a:ea typeface="Lexend Deca"/>
                <a:cs typeface="Lexend Deca"/>
                <a:sym typeface="Lexend Deca"/>
              </a:rPr>
              <a:t>Shimaa Adel Awieda</a:t>
            </a:r>
          </a:p>
        </p:txBody>
      </p:sp>
      <p:sp>
        <p:nvSpPr>
          <p:cNvPr id="11" name="TextBox 11"/>
          <p:cNvSpPr txBox="1"/>
          <p:nvPr/>
        </p:nvSpPr>
        <p:spPr>
          <a:xfrm>
            <a:off x="2540941" y="4970102"/>
            <a:ext cx="5238511" cy="495300"/>
          </a:xfrm>
          <a:prstGeom prst="rect">
            <a:avLst/>
          </a:prstGeom>
        </p:spPr>
        <p:txBody>
          <a:bodyPr lIns="0" tIns="0" rIns="0" bIns="0" rtlCol="0" anchor="t">
            <a:spAutoFit/>
          </a:bodyPr>
          <a:lstStyle/>
          <a:p>
            <a:pPr algn="ctr">
              <a:lnSpc>
                <a:spcPts val="3839"/>
              </a:lnSpc>
            </a:pPr>
            <a:r>
              <a:rPr lang="en-US" sz="3199">
                <a:solidFill>
                  <a:srgbClr val="13394F"/>
                </a:solidFill>
                <a:latin typeface="Lexend Deca"/>
                <a:ea typeface="Lexend Deca"/>
                <a:cs typeface="Lexend Deca"/>
                <a:sym typeface="Lexend Deca"/>
              </a:rPr>
              <a:t>Aisha Ramadan GadElrab</a:t>
            </a:r>
          </a:p>
        </p:txBody>
      </p:sp>
      <p:sp>
        <p:nvSpPr>
          <p:cNvPr id="12" name="TextBox 12"/>
          <p:cNvSpPr txBox="1"/>
          <p:nvPr/>
        </p:nvSpPr>
        <p:spPr>
          <a:xfrm>
            <a:off x="11912037" y="7688004"/>
            <a:ext cx="5261021" cy="514350"/>
          </a:xfrm>
          <a:prstGeom prst="rect">
            <a:avLst/>
          </a:prstGeom>
        </p:spPr>
        <p:txBody>
          <a:bodyPr lIns="0" tIns="0" rIns="0" bIns="0" rtlCol="0" anchor="t">
            <a:spAutoFit/>
          </a:bodyPr>
          <a:lstStyle/>
          <a:p>
            <a:pPr algn="ctr">
              <a:lnSpc>
                <a:spcPts val="4079"/>
              </a:lnSpc>
            </a:pPr>
            <a:r>
              <a:rPr lang="en-US" sz="3399">
                <a:solidFill>
                  <a:srgbClr val="13394F"/>
                </a:solidFill>
                <a:latin typeface="Lexend Deca"/>
                <a:ea typeface="Lexend Deca"/>
                <a:cs typeface="Lexend Deca"/>
                <a:sym typeface="Lexend Deca"/>
              </a:rPr>
              <a:t>Eng/Abdallah Mohamed</a:t>
            </a:r>
          </a:p>
        </p:txBody>
      </p:sp>
      <p:sp>
        <p:nvSpPr>
          <p:cNvPr id="13" name="TextBox 13"/>
          <p:cNvSpPr txBox="1"/>
          <p:nvPr/>
        </p:nvSpPr>
        <p:spPr>
          <a:xfrm>
            <a:off x="871932" y="2321282"/>
            <a:ext cx="1153241" cy="872338"/>
          </a:xfrm>
          <a:prstGeom prst="rect">
            <a:avLst/>
          </a:prstGeom>
        </p:spPr>
        <p:txBody>
          <a:bodyPr lIns="0" tIns="0" rIns="0" bIns="0" rtlCol="0" anchor="t">
            <a:spAutoFit/>
          </a:bodyPr>
          <a:lstStyle/>
          <a:p>
            <a:pPr algn="ctr">
              <a:lnSpc>
                <a:spcPts val="6453"/>
              </a:lnSpc>
            </a:pPr>
            <a:r>
              <a:rPr lang="en-US" sz="5378">
                <a:solidFill>
                  <a:srgbClr val="13394F"/>
                </a:solidFill>
                <a:latin typeface="Bebas Neue"/>
                <a:ea typeface="Bebas Neue"/>
                <a:cs typeface="Bebas Neue"/>
                <a:sym typeface="Bebas Neue"/>
              </a:rPr>
              <a:t>01</a:t>
            </a:r>
          </a:p>
        </p:txBody>
      </p:sp>
      <p:sp>
        <p:nvSpPr>
          <p:cNvPr id="14" name="TextBox 14"/>
          <p:cNvSpPr txBox="1"/>
          <p:nvPr/>
        </p:nvSpPr>
        <p:spPr>
          <a:xfrm>
            <a:off x="952840" y="6103911"/>
            <a:ext cx="991424" cy="751272"/>
          </a:xfrm>
          <a:prstGeom prst="rect">
            <a:avLst/>
          </a:prstGeom>
        </p:spPr>
        <p:txBody>
          <a:bodyPr lIns="0" tIns="0" rIns="0" bIns="0" rtlCol="0" anchor="t">
            <a:spAutoFit/>
          </a:bodyPr>
          <a:lstStyle/>
          <a:p>
            <a:pPr algn="ctr">
              <a:lnSpc>
                <a:spcPts val="5548"/>
              </a:lnSpc>
            </a:pPr>
            <a:r>
              <a:rPr lang="en-US" sz="4623">
                <a:solidFill>
                  <a:srgbClr val="13394F"/>
                </a:solidFill>
                <a:latin typeface="Bebas Neue"/>
                <a:ea typeface="Bebas Neue"/>
                <a:cs typeface="Bebas Neue"/>
                <a:sym typeface="Bebas Neue"/>
              </a:rPr>
              <a:t>04</a:t>
            </a:r>
          </a:p>
        </p:txBody>
      </p:sp>
      <p:sp>
        <p:nvSpPr>
          <p:cNvPr id="15" name="TextBox 15"/>
          <p:cNvSpPr txBox="1"/>
          <p:nvPr/>
        </p:nvSpPr>
        <p:spPr>
          <a:xfrm>
            <a:off x="852154" y="3555744"/>
            <a:ext cx="1059487" cy="802195"/>
          </a:xfrm>
          <a:prstGeom prst="rect">
            <a:avLst/>
          </a:prstGeom>
        </p:spPr>
        <p:txBody>
          <a:bodyPr lIns="0" tIns="0" rIns="0" bIns="0" rtlCol="0" anchor="t">
            <a:spAutoFit/>
          </a:bodyPr>
          <a:lstStyle/>
          <a:p>
            <a:pPr algn="ctr">
              <a:lnSpc>
                <a:spcPts val="5929"/>
              </a:lnSpc>
            </a:pPr>
            <a:r>
              <a:rPr lang="en-US" sz="4941">
                <a:solidFill>
                  <a:srgbClr val="13394F"/>
                </a:solidFill>
                <a:latin typeface="Bebas Neue"/>
                <a:ea typeface="Bebas Neue"/>
                <a:cs typeface="Bebas Neue"/>
                <a:sym typeface="Bebas Neue"/>
              </a:rPr>
              <a:t>02</a:t>
            </a:r>
          </a:p>
        </p:txBody>
      </p:sp>
      <p:sp>
        <p:nvSpPr>
          <p:cNvPr id="16" name="TextBox 16"/>
          <p:cNvSpPr txBox="1"/>
          <p:nvPr/>
        </p:nvSpPr>
        <p:spPr>
          <a:xfrm>
            <a:off x="871932" y="4796847"/>
            <a:ext cx="1038301" cy="747485"/>
          </a:xfrm>
          <a:prstGeom prst="rect">
            <a:avLst/>
          </a:prstGeom>
        </p:spPr>
        <p:txBody>
          <a:bodyPr lIns="0" tIns="0" rIns="0" bIns="0" rtlCol="0" anchor="t">
            <a:spAutoFit/>
          </a:bodyPr>
          <a:lstStyle/>
          <a:p>
            <a:pPr algn="ctr">
              <a:lnSpc>
                <a:spcPts val="5810"/>
              </a:lnSpc>
            </a:pPr>
            <a:r>
              <a:rPr lang="en-US" sz="4842">
                <a:solidFill>
                  <a:srgbClr val="13394F"/>
                </a:solidFill>
                <a:latin typeface="Bebas Neue"/>
                <a:ea typeface="Bebas Neue"/>
                <a:cs typeface="Bebas Neue"/>
                <a:sym typeface="Bebas Neue"/>
              </a:rPr>
              <a:t>03</a:t>
            </a:r>
          </a:p>
        </p:txBody>
      </p:sp>
      <p:sp>
        <p:nvSpPr>
          <p:cNvPr id="17" name="TextBox 17"/>
          <p:cNvSpPr txBox="1"/>
          <p:nvPr/>
        </p:nvSpPr>
        <p:spPr>
          <a:xfrm>
            <a:off x="11912037" y="6736121"/>
            <a:ext cx="4428150" cy="723900"/>
          </a:xfrm>
          <a:prstGeom prst="rect">
            <a:avLst/>
          </a:prstGeom>
        </p:spPr>
        <p:txBody>
          <a:bodyPr lIns="0" tIns="0" rIns="0" bIns="0" rtlCol="0" anchor="t">
            <a:spAutoFit/>
          </a:bodyPr>
          <a:lstStyle/>
          <a:p>
            <a:pPr algn="ctr">
              <a:lnSpc>
                <a:spcPts val="5759"/>
              </a:lnSpc>
            </a:pPr>
            <a:r>
              <a:rPr lang="en-US" sz="4800">
                <a:solidFill>
                  <a:srgbClr val="13394F"/>
                </a:solidFill>
                <a:latin typeface="Bebas Neue"/>
                <a:ea typeface="Bebas Neue"/>
                <a:cs typeface="Bebas Neue"/>
                <a:sym typeface="Bebas Neue"/>
              </a:rPr>
              <a:t>Supervised by :</a:t>
            </a:r>
          </a:p>
        </p:txBody>
      </p:sp>
      <p:sp>
        <p:nvSpPr>
          <p:cNvPr id="18" name="TextBox 18"/>
          <p:cNvSpPr txBox="1"/>
          <p:nvPr/>
        </p:nvSpPr>
        <p:spPr>
          <a:xfrm>
            <a:off x="2364248" y="2512652"/>
            <a:ext cx="5591896" cy="495300"/>
          </a:xfrm>
          <a:prstGeom prst="rect">
            <a:avLst/>
          </a:prstGeom>
        </p:spPr>
        <p:txBody>
          <a:bodyPr lIns="0" tIns="0" rIns="0" bIns="0" rtlCol="0" anchor="t">
            <a:spAutoFit/>
          </a:bodyPr>
          <a:lstStyle/>
          <a:p>
            <a:pPr algn="ctr">
              <a:lnSpc>
                <a:spcPts val="3839"/>
              </a:lnSpc>
            </a:pPr>
            <a:r>
              <a:rPr lang="en-US" sz="3199">
                <a:solidFill>
                  <a:srgbClr val="13394F"/>
                </a:solidFill>
                <a:latin typeface="Lexend Deca"/>
                <a:ea typeface="Lexend Deca"/>
                <a:cs typeface="Lexend Deca"/>
                <a:sym typeface="Lexend Deca"/>
              </a:rPr>
              <a:t>Shimaa Ayman Mohamed</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C8EAFF"/>
        </a:solidFill>
        <a:effectLst/>
      </p:bgPr>
    </p:bg>
    <p:spTree>
      <p:nvGrpSpPr>
        <p:cNvPr id="1" name=""/>
        <p:cNvGrpSpPr/>
        <p:nvPr/>
      </p:nvGrpSpPr>
      <p:grpSpPr>
        <a:xfrm>
          <a:off x="0" y="0"/>
          <a:ext cx="0" cy="0"/>
          <a:chOff x="0" y="0"/>
          <a:chExt cx="0" cy="0"/>
        </a:xfrm>
      </p:grpSpPr>
      <p:sp>
        <p:nvSpPr>
          <p:cNvPr id="2" name="Freeform 2"/>
          <p:cNvSpPr/>
          <p:nvPr/>
        </p:nvSpPr>
        <p:spPr>
          <a:xfrm>
            <a:off x="0" y="0"/>
            <a:ext cx="18288006" cy="10287002"/>
          </a:xfrm>
          <a:custGeom>
            <a:avLst/>
            <a:gdLst/>
            <a:ahLst/>
            <a:cxnLst/>
            <a:rect l="l" t="t" r="r" b="b"/>
            <a:pathLst>
              <a:path w="18288006" h="10287002">
                <a:moveTo>
                  <a:pt x="0" y="0"/>
                </a:moveTo>
                <a:lnTo>
                  <a:pt x="18288006" y="0"/>
                </a:lnTo>
                <a:lnTo>
                  <a:pt x="18288006" y="10287002"/>
                </a:lnTo>
                <a:lnTo>
                  <a:pt x="0" y="10287002"/>
                </a:lnTo>
                <a:lnTo>
                  <a:pt x="0" y="0"/>
                </a:lnTo>
                <a:close/>
              </a:path>
            </a:pathLst>
          </a:custGeom>
          <a:blipFill>
            <a:blip r:embed="rId3">
              <a:alphaModFix amt="57999"/>
            </a:blip>
            <a:stretch>
              <a:fillRect/>
            </a:stretch>
          </a:blipFill>
        </p:spPr>
        <p:txBody>
          <a:bodyPr/>
          <a:lstStyle/>
          <a:p>
            <a:endParaRPr lang="en-US"/>
          </a:p>
        </p:txBody>
      </p:sp>
      <p:sp>
        <p:nvSpPr>
          <p:cNvPr id="3" name="Freeform 3"/>
          <p:cNvSpPr/>
          <p:nvPr/>
        </p:nvSpPr>
        <p:spPr>
          <a:xfrm>
            <a:off x="12896852" y="7921486"/>
            <a:ext cx="10591800" cy="4907960"/>
          </a:xfrm>
          <a:custGeom>
            <a:avLst/>
            <a:gdLst/>
            <a:ahLst/>
            <a:cxnLst/>
            <a:rect l="l" t="t" r="r" b="b"/>
            <a:pathLst>
              <a:path w="10591800" h="4907960">
                <a:moveTo>
                  <a:pt x="0" y="0"/>
                </a:moveTo>
                <a:lnTo>
                  <a:pt x="10591800" y="0"/>
                </a:lnTo>
                <a:lnTo>
                  <a:pt x="10591800" y="4907960"/>
                </a:lnTo>
                <a:lnTo>
                  <a:pt x="0" y="4907960"/>
                </a:lnTo>
                <a:lnTo>
                  <a:pt x="0" y="0"/>
                </a:lnTo>
                <a:close/>
              </a:path>
            </a:pathLst>
          </a:custGeom>
          <a:blipFill>
            <a:blip r:embed="rId4"/>
            <a:stretch>
              <a:fillRect/>
            </a:stretch>
          </a:blipFill>
        </p:spPr>
        <p:txBody>
          <a:bodyPr/>
          <a:lstStyle/>
          <a:p>
            <a:endParaRPr lang="en-US"/>
          </a:p>
        </p:txBody>
      </p:sp>
      <p:sp>
        <p:nvSpPr>
          <p:cNvPr id="4" name="Freeform 4"/>
          <p:cNvSpPr/>
          <p:nvPr/>
        </p:nvSpPr>
        <p:spPr>
          <a:xfrm>
            <a:off x="-5048148" y="7688004"/>
            <a:ext cx="10591798" cy="5172626"/>
          </a:xfrm>
          <a:custGeom>
            <a:avLst/>
            <a:gdLst/>
            <a:ahLst/>
            <a:cxnLst/>
            <a:rect l="l" t="t" r="r" b="b"/>
            <a:pathLst>
              <a:path w="10591798" h="5172626">
                <a:moveTo>
                  <a:pt x="0" y="0"/>
                </a:moveTo>
                <a:lnTo>
                  <a:pt x="10591798" y="0"/>
                </a:lnTo>
                <a:lnTo>
                  <a:pt x="10591798" y="5172626"/>
                </a:lnTo>
                <a:lnTo>
                  <a:pt x="0" y="5172626"/>
                </a:lnTo>
                <a:lnTo>
                  <a:pt x="0" y="0"/>
                </a:lnTo>
                <a:close/>
              </a:path>
            </a:pathLst>
          </a:custGeom>
          <a:blipFill>
            <a:blip r:embed="rId5"/>
            <a:stretch>
              <a:fillRect/>
            </a:stretch>
          </a:blipFill>
        </p:spPr>
        <p:txBody>
          <a:bodyPr/>
          <a:lstStyle/>
          <a:p>
            <a:endParaRPr lang="en-US"/>
          </a:p>
        </p:txBody>
      </p:sp>
      <p:sp>
        <p:nvSpPr>
          <p:cNvPr id="5" name="Freeform 5"/>
          <p:cNvSpPr/>
          <p:nvPr/>
        </p:nvSpPr>
        <p:spPr>
          <a:xfrm>
            <a:off x="-4926948" y="-1970182"/>
            <a:ext cx="10591802" cy="4732396"/>
          </a:xfrm>
          <a:custGeom>
            <a:avLst/>
            <a:gdLst/>
            <a:ahLst/>
            <a:cxnLst/>
            <a:rect l="l" t="t" r="r" b="b"/>
            <a:pathLst>
              <a:path w="10591802" h="4732396">
                <a:moveTo>
                  <a:pt x="0" y="0"/>
                </a:moveTo>
                <a:lnTo>
                  <a:pt x="10591802" y="0"/>
                </a:lnTo>
                <a:lnTo>
                  <a:pt x="10591802" y="4732396"/>
                </a:lnTo>
                <a:lnTo>
                  <a:pt x="0" y="4732396"/>
                </a:lnTo>
                <a:lnTo>
                  <a:pt x="0" y="0"/>
                </a:lnTo>
                <a:close/>
              </a:path>
            </a:pathLst>
          </a:custGeom>
          <a:blipFill>
            <a:blip r:embed="rId6"/>
            <a:stretch>
              <a:fillRect/>
            </a:stretch>
          </a:blipFill>
        </p:spPr>
        <p:txBody>
          <a:bodyPr/>
          <a:lstStyle/>
          <a:p>
            <a:endParaRPr lang="en-US"/>
          </a:p>
        </p:txBody>
      </p:sp>
      <p:sp>
        <p:nvSpPr>
          <p:cNvPr id="6" name="Freeform 6"/>
          <p:cNvSpPr/>
          <p:nvPr/>
        </p:nvSpPr>
        <p:spPr>
          <a:xfrm>
            <a:off x="17335500" y="1562100"/>
            <a:ext cx="852900" cy="9105900"/>
          </a:xfrm>
          <a:custGeom>
            <a:avLst/>
            <a:gdLst/>
            <a:ahLst/>
            <a:cxnLst/>
            <a:rect l="l" t="t" r="r" b="b"/>
            <a:pathLst>
              <a:path w="852900" h="9105900">
                <a:moveTo>
                  <a:pt x="0" y="0"/>
                </a:moveTo>
                <a:lnTo>
                  <a:pt x="852900" y="0"/>
                </a:lnTo>
                <a:lnTo>
                  <a:pt x="852900" y="9105900"/>
                </a:lnTo>
                <a:lnTo>
                  <a:pt x="0" y="910590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US"/>
          </a:p>
        </p:txBody>
      </p:sp>
      <p:sp>
        <p:nvSpPr>
          <p:cNvPr id="7" name="Freeform 7"/>
          <p:cNvSpPr/>
          <p:nvPr/>
        </p:nvSpPr>
        <p:spPr>
          <a:xfrm>
            <a:off x="-1581150" y="-514350"/>
            <a:ext cx="6267450" cy="6629400"/>
          </a:xfrm>
          <a:custGeom>
            <a:avLst/>
            <a:gdLst/>
            <a:ahLst/>
            <a:cxnLst/>
            <a:rect l="l" t="t" r="r" b="b"/>
            <a:pathLst>
              <a:path w="6267450" h="6629400">
                <a:moveTo>
                  <a:pt x="0" y="0"/>
                </a:moveTo>
                <a:lnTo>
                  <a:pt x="6267450" y="0"/>
                </a:lnTo>
                <a:lnTo>
                  <a:pt x="6267450" y="6629400"/>
                </a:lnTo>
                <a:lnTo>
                  <a:pt x="0" y="6629400"/>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US"/>
          </a:p>
        </p:txBody>
      </p:sp>
      <p:sp>
        <p:nvSpPr>
          <p:cNvPr id="8" name="Freeform 8"/>
          <p:cNvSpPr/>
          <p:nvPr/>
        </p:nvSpPr>
        <p:spPr>
          <a:xfrm>
            <a:off x="14361250" y="-1202957"/>
            <a:ext cx="4069525" cy="4131432"/>
          </a:xfrm>
          <a:custGeom>
            <a:avLst/>
            <a:gdLst/>
            <a:ahLst/>
            <a:cxnLst/>
            <a:rect l="l" t="t" r="r" b="b"/>
            <a:pathLst>
              <a:path w="4069525" h="4131432">
                <a:moveTo>
                  <a:pt x="0" y="0"/>
                </a:moveTo>
                <a:lnTo>
                  <a:pt x="4069525" y="0"/>
                </a:lnTo>
                <a:lnTo>
                  <a:pt x="4069525" y="4131431"/>
                </a:lnTo>
                <a:lnTo>
                  <a:pt x="0" y="4131431"/>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txBody>
          <a:bodyPr/>
          <a:lstStyle/>
          <a:p>
            <a:endParaRPr lang="en-US"/>
          </a:p>
        </p:txBody>
      </p:sp>
      <p:sp>
        <p:nvSpPr>
          <p:cNvPr id="9" name="TextBox 9"/>
          <p:cNvSpPr txBox="1"/>
          <p:nvPr/>
        </p:nvSpPr>
        <p:spPr>
          <a:xfrm>
            <a:off x="3186080" y="2355467"/>
            <a:ext cx="1286550" cy="981600"/>
          </a:xfrm>
          <a:prstGeom prst="rect">
            <a:avLst/>
          </a:prstGeom>
        </p:spPr>
        <p:txBody>
          <a:bodyPr lIns="0" tIns="0" rIns="0" bIns="0" rtlCol="0" anchor="t">
            <a:spAutoFit/>
          </a:bodyPr>
          <a:lstStyle/>
          <a:p>
            <a:pPr algn="ctr">
              <a:lnSpc>
                <a:spcPts val="7200"/>
              </a:lnSpc>
            </a:pPr>
            <a:r>
              <a:rPr lang="en-US" sz="6000">
                <a:solidFill>
                  <a:srgbClr val="13394F"/>
                </a:solidFill>
                <a:latin typeface="Bebas Neue"/>
                <a:ea typeface="Bebas Neue"/>
                <a:cs typeface="Bebas Neue"/>
                <a:sym typeface="Bebas Neue"/>
              </a:rPr>
              <a:t>01</a:t>
            </a:r>
          </a:p>
        </p:txBody>
      </p:sp>
      <p:sp>
        <p:nvSpPr>
          <p:cNvPr id="10" name="TextBox 10"/>
          <p:cNvSpPr txBox="1"/>
          <p:nvPr/>
        </p:nvSpPr>
        <p:spPr>
          <a:xfrm>
            <a:off x="3102177" y="5216874"/>
            <a:ext cx="1286550" cy="981600"/>
          </a:xfrm>
          <a:prstGeom prst="rect">
            <a:avLst/>
          </a:prstGeom>
        </p:spPr>
        <p:txBody>
          <a:bodyPr lIns="0" tIns="0" rIns="0" bIns="0" rtlCol="0" anchor="t">
            <a:spAutoFit/>
          </a:bodyPr>
          <a:lstStyle/>
          <a:p>
            <a:pPr algn="ctr">
              <a:lnSpc>
                <a:spcPts val="7200"/>
              </a:lnSpc>
            </a:pPr>
            <a:r>
              <a:rPr lang="en-US" sz="6000">
                <a:solidFill>
                  <a:srgbClr val="13394F"/>
                </a:solidFill>
                <a:latin typeface="Bebas Neue"/>
                <a:ea typeface="Bebas Neue"/>
                <a:cs typeface="Bebas Neue"/>
                <a:sym typeface="Bebas Neue"/>
              </a:rPr>
              <a:t>04</a:t>
            </a:r>
          </a:p>
        </p:txBody>
      </p:sp>
      <p:sp>
        <p:nvSpPr>
          <p:cNvPr id="11" name="TextBox 11"/>
          <p:cNvSpPr txBox="1"/>
          <p:nvPr/>
        </p:nvSpPr>
        <p:spPr>
          <a:xfrm>
            <a:off x="8500725" y="2261889"/>
            <a:ext cx="1286550" cy="981600"/>
          </a:xfrm>
          <a:prstGeom prst="rect">
            <a:avLst/>
          </a:prstGeom>
        </p:spPr>
        <p:txBody>
          <a:bodyPr lIns="0" tIns="0" rIns="0" bIns="0" rtlCol="0" anchor="t">
            <a:spAutoFit/>
          </a:bodyPr>
          <a:lstStyle/>
          <a:p>
            <a:pPr algn="ctr">
              <a:lnSpc>
                <a:spcPts val="7200"/>
              </a:lnSpc>
            </a:pPr>
            <a:r>
              <a:rPr lang="en-US" sz="6000">
                <a:solidFill>
                  <a:srgbClr val="13394F"/>
                </a:solidFill>
                <a:latin typeface="Bebas Neue"/>
                <a:ea typeface="Bebas Neue"/>
                <a:cs typeface="Bebas Neue"/>
                <a:sym typeface="Bebas Neue"/>
              </a:rPr>
              <a:t>02</a:t>
            </a:r>
          </a:p>
        </p:txBody>
      </p:sp>
      <p:sp>
        <p:nvSpPr>
          <p:cNvPr id="12" name="TextBox 12"/>
          <p:cNvSpPr txBox="1"/>
          <p:nvPr/>
        </p:nvSpPr>
        <p:spPr>
          <a:xfrm>
            <a:off x="8500725" y="5157525"/>
            <a:ext cx="1286550" cy="933450"/>
          </a:xfrm>
          <a:prstGeom prst="rect">
            <a:avLst/>
          </a:prstGeom>
        </p:spPr>
        <p:txBody>
          <a:bodyPr lIns="0" tIns="0" rIns="0" bIns="0" rtlCol="0" anchor="t">
            <a:spAutoFit/>
          </a:bodyPr>
          <a:lstStyle/>
          <a:p>
            <a:pPr algn="ctr">
              <a:lnSpc>
                <a:spcPts val="7200"/>
              </a:lnSpc>
            </a:pPr>
            <a:r>
              <a:rPr lang="en-US" sz="6000">
                <a:solidFill>
                  <a:srgbClr val="13394F"/>
                </a:solidFill>
                <a:latin typeface="Bebas Neue"/>
                <a:ea typeface="Bebas Neue"/>
                <a:cs typeface="Bebas Neue"/>
                <a:sym typeface="Bebas Neue"/>
              </a:rPr>
              <a:t>05</a:t>
            </a:r>
          </a:p>
        </p:txBody>
      </p:sp>
      <p:sp>
        <p:nvSpPr>
          <p:cNvPr id="13" name="TextBox 13"/>
          <p:cNvSpPr txBox="1"/>
          <p:nvPr/>
        </p:nvSpPr>
        <p:spPr>
          <a:xfrm>
            <a:off x="13816350" y="2261889"/>
            <a:ext cx="1286550" cy="981600"/>
          </a:xfrm>
          <a:prstGeom prst="rect">
            <a:avLst/>
          </a:prstGeom>
        </p:spPr>
        <p:txBody>
          <a:bodyPr lIns="0" tIns="0" rIns="0" bIns="0" rtlCol="0" anchor="t">
            <a:spAutoFit/>
          </a:bodyPr>
          <a:lstStyle/>
          <a:p>
            <a:pPr algn="ctr">
              <a:lnSpc>
                <a:spcPts val="7200"/>
              </a:lnSpc>
            </a:pPr>
            <a:r>
              <a:rPr lang="en-US" sz="6000">
                <a:solidFill>
                  <a:srgbClr val="13394F"/>
                </a:solidFill>
                <a:latin typeface="Bebas Neue"/>
                <a:ea typeface="Bebas Neue"/>
                <a:cs typeface="Bebas Neue"/>
                <a:sym typeface="Bebas Neue"/>
              </a:rPr>
              <a:t>03</a:t>
            </a:r>
          </a:p>
        </p:txBody>
      </p:sp>
      <p:sp>
        <p:nvSpPr>
          <p:cNvPr id="14" name="TextBox 14"/>
          <p:cNvSpPr txBox="1"/>
          <p:nvPr/>
        </p:nvSpPr>
        <p:spPr>
          <a:xfrm>
            <a:off x="13902075" y="5240949"/>
            <a:ext cx="1286550" cy="933450"/>
          </a:xfrm>
          <a:prstGeom prst="rect">
            <a:avLst/>
          </a:prstGeom>
        </p:spPr>
        <p:txBody>
          <a:bodyPr lIns="0" tIns="0" rIns="0" bIns="0" rtlCol="0" anchor="t">
            <a:spAutoFit/>
          </a:bodyPr>
          <a:lstStyle/>
          <a:p>
            <a:pPr algn="ctr">
              <a:lnSpc>
                <a:spcPts val="7200"/>
              </a:lnSpc>
            </a:pPr>
            <a:r>
              <a:rPr lang="en-US" sz="6000">
                <a:solidFill>
                  <a:srgbClr val="13394F"/>
                </a:solidFill>
                <a:latin typeface="Bebas Neue"/>
                <a:ea typeface="Bebas Neue"/>
                <a:cs typeface="Bebas Neue"/>
                <a:sym typeface="Bebas Neue"/>
              </a:rPr>
              <a:t>06</a:t>
            </a:r>
          </a:p>
        </p:txBody>
      </p:sp>
      <p:sp>
        <p:nvSpPr>
          <p:cNvPr id="15" name="TextBox 15"/>
          <p:cNvSpPr txBox="1"/>
          <p:nvPr/>
        </p:nvSpPr>
        <p:spPr>
          <a:xfrm>
            <a:off x="1531377" y="3331158"/>
            <a:ext cx="4595955" cy="760857"/>
          </a:xfrm>
          <a:prstGeom prst="rect">
            <a:avLst/>
          </a:prstGeom>
        </p:spPr>
        <p:txBody>
          <a:bodyPr lIns="0" tIns="0" rIns="0" bIns="0" rtlCol="0" anchor="t">
            <a:spAutoFit/>
          </a:bodyPr>
          <a:lstStyle/>
          <a:p>
            <a:pPr algn="ctr">
              <a:lnSpc>
                <a:spcPts val="5978"/>
              </a:lnSpc>
            </a:pPr>
            <a:r>
              <a:rPr lang="en-US" sz="4981">
                <a:solidFill>
                  <a:srgbClr val="13394F"/>
                </a:solidFill>
                <a:latin typeface="Bebas Neue"/>
                <a:ea typeface="Bebas Neue"/>
                <a:cs typeface="Bebas Neue"/>
                <a:sym typeface="Bebas Neue"/>
              </a:rPr>
              <a:t>Introduction</a:t>
            </a:r>
          </a:p>
        </p:txBody>
      </p:sp>
      <p:sp>
        <p:nvSpPr>
          <p:cNvPr id="16" name="TextBox 16"/>
          <p:cNvSpPr txBox="1"/>
          <p:nvPr/>
        </p:nvSpPr>
        <p:spPr>
          <a:xfrm>
            <a:off x="6834963" y="6200775"/>
            <a:ext cx="4618074" cy="764473"/>
          </a:xfrm>
          <a:prstGeom prst="rect">
            <a:avLst/>
          </a:prstGeom>
        </p:spPr>
        <p:txBody>
          <a:bodyPr lIns="0" tIns="0" rIns="0" bIns="0" rtlCol="0" anchor="t">
            <a:spAutoFit/>
          </a:bodyPr>
          <a:lstStyle/>
          <a:p>
            <a:pPr algn="ctr">
              <a:lnSpc>
                <a:spcPts val="6007"/>
              </a:lnSpc>
            </a:pPr>
            <a:r>
              <a:rPr lang="en-US" sz="5005">
                <a:solidFill>
                  <a:srgbClr val="13394F"/>
                </a:solidFill>
                <a:latin typeface="Bebas Neue"/>
                <a:ea typeface="Bebas Neue"/>
                <a:cs typeface="Bebas Neue"/>
                <a:sym typeface="Bebas Neue"/>
              </a:rPr>
              <a:t>future features</a:t>
            </a:r>
          </a:p>
        </p:txBody>
      </p:sp>
      <p:sp>
        <p:nvSpPr>
          <p:cNvPr id="17" name="TextBox 17"/>
          <p:cNvSpPr txBox="1"/>
          <p:nvPr/>
        </p:nvSpPr>
        <p:spPr>
          <a:xfrm>
            <a:off x="6834963" y="3327542"/>
            <a:ext cx="4618074" cy="764473"/>
          </a:xfrm>
          <a:prstGeom prst="rect">
            <a:avLst/>
          </a:prstGeom>
        </p:spPr>
        <p:txBody>
          <a:bodyPr lIns="0" tIns="0" rIns="0" bIns="0" rtlCol="0" anchor="t">
            <a:spAutoFit/>
          </a:bodyPr>
          <a:lstStyle/>
          <a:p>
            <a:pPr algn="ctr">
              <a:lnSpc>
                <a:spcPts val="6007"/>
              </a:lnSpc>
            </a:pPr>
            <a:r>
              <a:rPr lang="en-US" sz="5005">
                <a:solidFill>
                  <a:srgbClr val="13394F"/>
                </a:solidFill>
                <a:latin typeface="Bebas Neue"/>
                <a:ea typeface="Bebas Neue"/>
                <a:cs typeface="Bebas Neue"/>
                <a:sym typeface="Bebas Neue"/>
              </a:rPr>
              <a:t>objectives</a:t>
            </a:r>
          </a:p>
        </p:txBody>
      </p:sp>
      <p:sp>
        <p:nvSpPr>
          <p:cNvPr id="18" name="TextBox 18"/>
          <p:cNvSpPr txBox="1"/>
          <p:nvPr/>
        </p:nvSpPr>
        <p:spPr>
          <a:xfrm>
            <a:off x="12055626" y="3340683"/>
            <a:ext cx="4807998" cy="785996"/>
          </a:xfrm>
          <a:prstGeom prst="rect">
            <a:avLst/>
          </a:prstGeom>
        </p:spPr>
        <p:txBody>
          <a:bodyPr lIns="0" tIns="0" rIns="0" bIns="0" rtlCol="0" anchor="t">
            <a:spAutoFit/>
          </a:bodyPr>
          <a:lstStyle/>
          <a:p>
            <a:pPr algn="ctr">
              <a:lnSpc>
                <a:spcPts val="6254"/>
              </a:lnSpc>
            </a:pPr>
            <a:r>
              <a:rPr lang="en-US" sz="5211">
                <a:solidFill>
                  <a:srgbClr val="13394F"/>
                </a:solidFill>
                <a:latin typeface="Bebas Neue"/>
                <a:ea typeface="Bebas Neue"/>
                <a:cs typeface="Bebas Neue"/>
                <a:sym typeface="Bebas Neue"/>
              </a:rPr>
              <a:t>pages details &amp; gui</a:t>
            </a:r>
          </a:p>
        </p:txBody>
      </p:sp>
      <p:sp>
        <p:nvSpPr>
          <p:cNvPr id="19" name="TextBox 19"/>
          <p:cNvSpPr txBox="1"/>
          <p:nvPr/>
        </p:nvSpPr>
        <p:spPr>
          <a:xfrm>
            <a:off x="1436415" y="6188949"/>
            <a:ext cx="4618074" cy="764473"/>
          </a:xfrm>
          <a:prstGeom prst="rect">
            <a:avLst/>
          </a:prstGeom>
        </p:spPr>
        <p:txBody>
          <a:bodyPr lIns="0" tIns="0" rIns="0" bIns="0" rtlCol="0" anchor="t">
            <a:spAutoFit/>
          </a:bodyPr>
          <a:lstStyle/>
          <a:p>
            <a:pPr algn="ctr">
              <a:lnSpc>
                <a:spcPts val="6007"/>
              </a:lnSpc>
            </a:pPr>
            <a:r>
              <a:rPr lang="en-US" sz="5005">
                <a:solidFill>
                  <a:srgbClr val="13394F"/>
                </a:solidFill>
                <a:latin typeface="Bebas Neue"/>
                <a:ea typeface="Bebas Neue"/>
                <a:cs typeface="Bebas Neue"/>
                <a:sym typeface="Bebas Neue"/>
              </a:rPr>
              <a:t>database &amp; erd</a:t>
            </a:r>
          </a:p>
        </p:txBody>
      </p:sp>
      <p:sp>
        <p:nvSpPr>
          <p:cNvPr id="20" name="TextBox 20"/>
          <p:cNvSpPr txBox="1"/>
          <p:nvPr/>
        </p:nvSpPr>
        <p:spPr>
          <a:xfrm>
            <a:off x="12245550" y="6188949"/>
            <a:ext cx="4618074" cy="764473"/>
          </a:xfrm>
          <a:prstGeom prst="rect">
            <a:avLst/>
          </a:prstGeom>
        </p:spPr>
        <p:txBody>
          <a:bodyPr lIns="0" tIns="0" rIns="0" bIns="0" rtlCol="0" anchor="t">
            <a:spAutoFit/>
          </a:bodyPr>
          <a:lstStyle/>
          <a:p>
            <a:pPr algn="ctr">
              <a:lnSpc>
                <a:spcPts val="6007"/>
              </a:lnSpc>
            </a:pPr>
            <a:r>
              <a:rPr lang="en-US" sz="5005">
                <a:solidFill>
                  <a:srgbClr val="13394F"/>
                </a:solidFill>
                <a:latin typeface="Bebas Neue"/>
                <a:ea typeface="Bebas Neue"/>
                <a:cs typeface="Bebas Neue"/>
                <a:sym typeface="Bebas Neue"/>
              </a:rPr>
              <a:t>conclusion</a:t>
            </a:r>
          </a:p>
        </p:txBody>
      </p:sp>
      <p:grpSp>
        <p:nvGrpSpPr>
          <p:cNvPr id="21" name="Group 21"/>
          <p:cNvGrpSpPr/>
          <p:nvPr/>
        </p:nvGrpSpPr>
        <p:grpSpPr>
          <a:xfrm>
            <a:off x="5171398" y="323716"/>
            <a:ext cx="7254232" cy="1238384"/>
            <a:chOff x="0" y="0"/>
            <a:chExt cx="7670122" cy="1309381"/>
          </a:xfrm>
        </p:grpSpPr>
        <p:sp>
          <p:nvSpPr>
            <p:cNvPr id="22" name="Freeform 22"/>
            <p:cNvSpPr/>
            <p:nvPr/>
          </p:nvSpPr>
          <p:spPr>
            <a:xfrm>
              <a:off x="0" y="0"/>
              <a:ext cx="7670085" cy="1309429"/>
            </a:xfrm>
            <a:custGeom>
              <a:avLst/>
              <a:gdLst/>
              <a:ahLst/>
              <a:cxnLst/>
              <a:rect l="l" t="t" r="r" b="b"/>
              <a:pathLst>
                <a:path w="7670085" h="1309429">
                  <a:moveTo>
                    <a:pt x="0" y="0"/>
                  </a:moveTo>
                  <a:lnTo>
                    <a:pt x="7670085" y="0"/>
                  </a:lnTo>
                  <a:lnTo>
                    <a:pt x="7670085" y="1309429"/>
                  </a:lnTo>
                  <a:lnTo>
                    <a:pt x="0" y="1309429"/>
                  </a:lnTo>
                  <a:close/>
                </a:path>
              </a:pathLst>
            </a:custGeom>
            <a:solidFill>
              <a:srgbClr val="FFFFFF">
                <a:alpha val="11765"/>
              </a:srgbClr>
            </a:solidFill>
          </p:spPr>
          <p:txBody>
            <a:bodyPr/>
            <a:lstStyle/>
            <a:p>
              <a:endParaRPr lang="en-US"/>
            </a:p>
          </p:txBody>
        </p:sp>
        <p:sp>
          <p:nvSpPr>
            <p:cNvPr id="23" name="TextBox 23"/>
            <p:cNvSpPr txBox="1"/>
            <p:nvPr/>
          </p:nvSpPr>
          <p:spPr>
            <a:xfrm>
              <a:off x="0" y="0"/>
              <a:ext cx="7670122" cy="1309381"/>
            </a:xfrm>
            <a:prstGeom prst="rect">
              <a:avLst/>
            </a:prstGeom>
          </p:spPr>
          <p:txBody>
            <a:bodyPr lIns="64061" tIns="64061" rIns="64061" bIns="64061" rtlCol="0" anchor="ctr"/>
            <a:lstStyle/>
            <a:p>
              <a:pPr algn="ctr">
                <a:lnSpc>
                  <a:spcPts val="6052"/>
                </a:lnSpc>
              </a:pPr>
              <a:r>
                <a:rPr lang="en-US" sz="5044">
                  <a:solidFill>
                    <a:srgbClr val="13394F"/>
                  </a:solidFill>
                  <a:latin typeface="Lexend Deca"/>
                  <a:ea typeface="Lexend Deca"/>
                  <a:cs typeface="Lexend Deca"/>
                  <a:sym typeface="Lexend Deca"/>
                </a:rPr>
                <a:t>Content</a:t>
              </a: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C8EAFF"/>
        </a:solidFill>
        <a:effectLst/>
      </p:bgPr>
    </p:bg>
    <p:spTree>
      <p:nvGrpSpPr>
        <p:cNvPr id="1" name=""/>
        <p:cNvGrpSpPr/>
        <p:nvPr/>
      </p:nvGrpSpPr>
      <p:grpSpPr>
        <a:xfrm>
          <a:off x="0" y="0"/>
          <a:ext cx="0" cy="0"/>
          <a:chOff x="0" y="0"/>
          <a:chExt cx="0" cy="0"/>
        </a:xfrm>
      </p:grpSpPr>
      <p:sp>
        <p:nvSpPr>
          <p:cNvPr id="2" name="Freeform 2"/>
          <p:cNvSpPr/>
          <p:nvPr/>
        </p:nvSpPr>
        <p:spPr>
          <a:xfrm>
            <a:off x="0" y="0"/>
            <a:ext cx="18288006" cy="10287002"/>
          </a:xfrm>
          <a:custGeom>
            <a:avLst/>
            <a:gdLst/>
            <a:ahLst/>
            <a:cxnLst/>
            <a:rect l="l" t="t" r="r" b="b"/>
            <a:pathLst>
              <a:path w="18288006" h="10287002">
                <a:moveTo>
                  <a:pt x="0" y="0"/>
                </a:moveTo>
                <a:lnTo>
                  <a:pt x="18288006" y="0"/>
                </a:lnTo>
                <a:lnTo>
                  <a:pt x="18288006" y="10287002"/>
                </a:lnTo>
                <a:lnTo>
                  <a:pt x="0" y="10287002"/>
                </a:lnTo>
                <a:lnTo>
                  <a:pt x="0" y="0"/>
                </a:lnTo>
                <a:close/>
              </a:path>
            </a:pathLst>
          </a:custGeom>
          <a:blipFill>
            <a:blip r:embed="rId3">
              <a:alphaModFix amt="57999"/>
            </a:blip>
            <a:stretch>
              <a:fillRect/>
            </a:stretch>
          </a:blipFill>
        </p:spPr>
        <p:txBody>
          <a:bodyPr/>
          <a:lstStyle/>
          <a:p>
            <a:endParaRPr lang="en-US"/>
          </a:p>
        </p:txBody>
      </p:sp>
      <p:sp>
        <p:nvSpPr>
          <p:cNvPr id="3" name="Freeform 3"/>
          <p:cNvSpPr/>
          <p:nvPr/>
        </p:nvSpPr>
        <p:spPr>
          <a:xfrm>
            <a:off x="-3752848" y="1672294"/>
            <a:ext cx="10591802" cy="4732396"/>
          </a:xfrm>
          <a:custGeom>
            <a:avLst/>
            <a:gdLst/>
            <a:ahLst/>
            <a:cxnLst/>
            <a:rect l="l" t="t" r="r" b="b"/>
            <a:pathLst>
              <a:path w="10591802" h="4732396">
                <a:moveTo>
                  <a:pt x="0" y="0"/>
                </a:moveTo>
                <a:lnTo>
                  <a:pt x="10591802" y="0"/>
                </a:lnTo>
                <a:lnTo>
                  <a:pt x="10591802" y="4732396"/>
                </a:lnTo>
                <a:lnTo>
                  <a:pt x="0" y="4732396"/>
                </a:lnTo>
                <a:lnTo>
                  <a:pt x="0" y="0"/>
                </a:lnTo>
                <a:close/>
              </a:path>
            </a:pathLst>
          </a:custGeom>
          <a:blipFill>
            <a:blip r:embed="rId4"/>
            <a:stretch>
              <a:fillRect/>
            </a:stretch>
          </a:blipFill>
        </p:spPr>
        <p:txBody>
          <a:bodyPr/>
          <a:lstStyle/>
          <a:p>
            <a:endParaRPr lang="en-US"/>
          </a:p>
        </p:txBody>
      </p:sp>
      <p:sp>
        <p:nvSpPr>
          <p:cNvPr id="4" name="Freeform 4"/>
          <p:cNvSpPr/>
          <p:nvPr/>
        </p:nvSpPr>
        <p:spPr>
          <a:xfrm>
            <a:off x="11451352" y="-650896"/>
            <a:ext cx="10591798" cy="4503776"/>
          </a:xfrm>
          <a:custGeom>
            <a:avLst/>
            <a:gdLst/>
            <a:ahLst/>
            <a:cxnLst/>
            <a:rect l="l" t="t" r="r" b="b"/>
            <a:pathLst>
              <a:path w="10591798" h="4503776">
                <a:moveTo>
                  <a:pt x="0" y="0"/>
                </a:moveTo>
                <a:lnTo>
                  <a:pt x="10591798" y="0"/>
                </a:lnTo>
                <a:lnTo>
                  <a:pt x="10591798" y="4503776"/>
                </a:lnTo>
                <a:lnTo>
                  <a:pt x="0" y="4503776"/>
                </a:lnTo>
                <a:lnTo>
                  <a:pt x="0" y="0"/>
                </a:lnTo>
                <a:close/>
              </a:path>
            </a:pathLst>
          </a:custGeom>
          <a:blipFill>
            <a:blip r:embed="rId5"/>
            <a:stretch>
              <a:fillRect/>
            </a:stretch>
          </a:blipFill>
        </p:spPr>
        <p:txBody>
          <a:bodyPr/>
          <a:lstStyle/>
          <a:p>
            <a:endParaRPr lang="en-US"/>
          </a:p>
        </p:txBody>
      </p:sp>
      <p:sp>
        <p:nvSpPr>
          <p:cNvPr id="5" name="Freeform 5"/>
          <p:cNvSpPr/>
          <p:nvPr/>
        </p:nvSpPr>
        <p:spPr>
          <a:xfrm>
            <a:off x="2990852" y="-650880"/>
            <a:ext cx="10591796" cy="4814492"/>
          </a:xfrm>
          <a:custGeom>
            <a:avLst/>
            <a:gdLst/>
            <a:ahLst/>
            <a:cxnLst/>
            <a:rect l="l" t="t" r="r" b="b"/>
            <a:pathLst>
              <a:path w="10591796" h="4814492">
                <a:moveTo>
                  <a:pt x="0" y="0"/>
                </a:moveTo>
                <a:lnTo>
                  <a:pt x="10591796" y="0"/>
                </a:lnTo>
                <a:lnTo>
                  <a:pt x="10591796" y="4814492"/>
                </a:lnTo>
                <a:lnTo>
                  <a:pt x="0" y="4814492"/>
                </a:lnTo>
                <a:lnTo>
                  <a:pt x="0" y="0"/>
                </a:lnTo>
                <a:close/>
              </a:path>
            </a:pathLst>
          </a:custGeom>
          <a:blipFill>
            <a:blip r:embed="rId6"/>
            <a:stretch>
              <a:fillRect/>
            </a:stretch>
          </a:blipFill>
        </p:spPr>
        <p:txBody>
          <a:bodyPr/>
          <a:lstStyle/>
          <a:p>
            <a:endParaRPr lang="en-US"/>
          </a:p>
        </p:txBody>
      </p:sp>
      <p:sp>
        <p:nvSpPr>
          <p:cNvPr id="6" name="Freeform 6"/>
          <p:cNvSpPr/>
          <p:nvPr/>
        </p:nvSpPr>
        <p:spPr>
          <a:xfrm>
            <a:off x="-3162298" y="6404712"/>
            <a:ext cx="10591798" cy="5081356"/>
          </a:xfrm>
          <a:custGeom>
            <a:avLst/>
            <a:gdLst/>
            <a:ahLst/>
            <a:cxnLst/>
            <a:rect l="l" t="t" r="r" b="b"/>
            <a:pathLst>
              <a:path w="10591798" h="5081356">
                <a:moveTo>
                  <a:pt x="0" y="0"/>
                </a:moveTo>
                <a:lnTo>
                  <a:pt x="10591798" y="0"/>
                </a:lnTo>
                <a:lnTo>
                  <a:pt x="10591798" y="5081356"/>
                </a:lnTo>
                <a:lnTo>
                  <a:pt x="0" y="5081356"/>
                </a:lnTo>
                <a:lnTo>
                  <a:pt x="0" y="0"/>
                </a:lnTo>
                <a:close/>
              </a:path>
            </a:pathLst>
          </a:custGeom>
          <a:blipFill>
            <a:blip r:embed="rId7"/>
            <a:stretch>
              <a:fillRect/>
            </a:stretch>
          </a:blipFill>
        </p:spPr>
        <p:txBody>
          <a:bodyPr/>
          <a:lstStyle/>
          <a:p>
            <a:endParaRPr lang="en-US"/>
          </a:p>
        </p:txBody>
      </p:sp>
      <p:sp>
        <p:nvSpPr>
          <p:cNvPr id="7" name="TextBox 7"/>
          <p:cNvSpPr txBox="1"/>
          <p:nvPr/>
        </p:nvSpPr>
        <p:spPr>
          <a:xfrm>
            <a:off x="3693204" y="6439700"/>
            <a:ext cx="13076871" cy="1847850"/>
          </a:xfrm>
          <a:prstGeom prst="rect">
            <a:avLst/>
          </a:prstGeom>
        </p:spPr>
        <p:txBody>
          <a:bodyPr lIns="0" tIns="0" rIns="0" bIns="0" rtlCol="0" anchor="t">
            <a:spAutoFit/>
          </a:bodyPr>
          <a:lstStyle/>
          <a:p>
            <a:pPr algn="r">
              <a:lnSpc>
                <a:spcPts val="14400"/>
              </a:lnSpc>
            </a:pPr>
            <a:r>
              <a:rPr lang="en-US" sz="12000">
                <a:solidFill>
                  <a:srgbClr val="13394F"/>
                </a:solidFill>
                <a:latin typeface="Bebas Neue"/>
                <a:ea typeface="Bebas Neue"/>
                <a:cs typeface="Bebas Neue"/>
                <a:sym typeface="Bebas Neue"/>
              </a:rPr>
              <a:t>introduction</a:t>
            </a:r>
          </a:p>
        </p:txBody>
      </p:sp>
      <p:sp>
        <p:nvSpPr>
          <p:cNvPr id="8" name="TextBox 8"/>
          <p:cNvSpPr txBox="1"/>
          <p:nvPr/>
        </p:nvSpPr>
        <p:spPr>
          <a:xfrm>
            <a:off x="15151175" y="4825275"/>
            <a:ext cx="1618950" cy="1519800"/>
          </a:xfrm>
          <a:prstGeom prst="rect">
            <a:avLst/>
          </a:prstGeom>
        </p:spPr>
        <p:txBody>
          <a:bodyPr lIns="0" tIns="0" rIns="0" bIns="0" rtlCol="0" anchor="t">
            <a:spAutoFit/>
          </a:bodyPr>
          <a:lstStyle/>
          <a:p>
            <a:pPr algn="ctr">
              <a:lnSpc>
                <a:spcPts val="14400"/>
              </a:lnSpc>
            </a:pPr>
            <a:r>
              <a:rPr lang="en-US" sz="12000">
                <a:solidFill>
                  <a:srgbClr val="13394F"/>
                </a:solidFill>
                <a:latin typeface="Bebas Neue"/>
                <a:ea typeface="Bebas Neue"/>
                <a:cs typeface="Bebas Neue"/>
                <a:sym typeface="Bebas Neue"/>
              </a:rPr>
              <a:t>01</a:t>
            </a:r>
          </a:p>
        </p:txBody>
      </p:sp>
      <p:grpSp>
        <p:nvGrpSpPr>
          <p:cNvPr id="9" name="Group 9"/>
          <p:cNvGrpSpPr/>
          <p:nvPr/>
        </p:nvGrpSpPr>
        <p:grpSpPr>
          <a:xfrm>
            <a:off x="6416548" y="8341600"/>
            <a:ext cx="10444952" cy="866400"/>
            <a:chOff x="0" y="0"/>
            <a:chExt cx="13926602" cy="1155200"/>
          </a:xfrm>
        </p:grpSpPr>
        <p:sp>
          <p:nvSpPr>
            <p:cNvPr id="10" name="Freeform 10"/>
            <p:cNvSpPr/>
            <p:nvPr/>
          </p:nvSpPr>
          <p:spPr>
            <a:xfrm>
              <a:off x="0" y="0"/>
              <a:ext cx="13926651" cy="1155192"/>
            </a:xfrm>
            <a:custGeom>
              <a:avLst/>
              <a:gdLst/>
              <a:ahLst/>
              <a:cxnLst/>
              <a:rect l="l" t="t" r="r" b="b"/>
              <a:pathLst>
                <a:path w="13926651" h="1155192">
                  <a:moveTo>
                    <a:pt x="0" y="0"/>
                  </a:moveTo>
                  <a:lnTo>
                    <a:pt x="13926651" y="0"/>
                  </a:lnTo>
                  <a:lnTo>
                    <a:pt x="13926651" y="1155192"/>
                  </a:lnTo>
                  <a:lnTo>
                    <a:pt x="0" y="1155192"/>
                  </a:lnTo>
                  <a:close/>
                </a:path>
              </a:pathLst>
            </a:custGeom>
            <a:solidFill>
              <a:srgbClr val="FFFFFF">
                <a:alpha val="11765"/>
              </a:srgbClr>
            </a:solidFill>
          </p:spPr>
          <p:txBody>
            <a:bodyPr/>
            <a:lstStyle/>
            <a:p>
              <a:endParaRPr lang="en-US"/>
            </a:p>
          </p:txBody>
        </p:sp>
        <p:sp>
          <p:nvSpPr>
            <p:cNvPr id="11" name="TextBox 11"/>
            <p:cNvSpPr txBox="1"/>
            <p:nvPr/>
          </p:nvSpPr>
          <p:spPr>
            <a:xfrm>
              <a:off x="0" y="9525"/>
              <a:ext cx="13926602" cy="1145675"/>
            </a:xfrm>
            <a:prstGeom prst="rect">
              <a:avLst/>
            </a:prstGeom>
          </p:spPr>
          <p:txBody>
            <a:bodyPr lIns="50800" tIns="50800" rIns="50800" bIns="50800" rtlCol="0" anchor="t"/>
            <a:lstStyle/>
            <a:p>
              <a:pPr algn="r">
                <a:lnSpc>
                  <a:spcPts val="3840"/>
                </a:lnSpc>
              </a:pPr>
              <a:r>
                <a:rPr lang="en-US" sz="3200">
                  <a:solidFill>
                    <a:srgbClr val="13394F"/>
                  </a:solidFill>
                  <a:latin typeface="Lexend Deca"/>
                  <a:ea typeface="Lexend Deca"/>
                  <a:cs typeface="Lexend Deca"/>
                  <a:sym typeface="Lexend Deca"/>
                </a:rPr>
                <a:t>previous system - current system - purpose - scope</a:t>
              </a:r>
            </a:p>
          </p:txBody>
        </p:sp>
      </p:grpSp>
      <p:sp>
        <p:nvSpPr>
          <p:cNvPr id="12" name="Freeform 12"/>
          <p:cNvSpPr/>
          <p:nvPr/>
        </p:nvSpPr>
        <p:spPr>
          <a:xfrm>
            <a:off x="8303506" y="2822886"/>
            <a:ext cx="3527203" cy="3345634"/>
          </a:xfrm>
          <a:custGeom>
            <a:avLst/>
            <a:gdLst/>
            <a:ahLst/>
            <a:cxnLst/>
            <a:rect l="l" t="t" r="r" b="b"/>
            <a:pathLst>
              <a:path w="3527203" h="3345634">
                <a:moveTo>
                  <a:pt x="0" y="0"/>
                </a:moveTo>
                <a:lnTo>
                  <a:pt x="3527203" y="0"/>
                </a:lnTo>
                <a:lnTo>
                  <a:pt x="3527203" y="3345634"/>
                </a:lnTo>
                <a:lnTo>
                  <a:pt x="0" y="3345634"/>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US"/>
          </a:p>
        </p:txBody>
      </p:sp>
      <p:sp>
        <p:nvSpPr>
          <p:cNvPr id="13" name="Freeform 13"/>
          <p:cNvSpPr/>
          <p:nvPr/>
        </p:nvSpPr>
        <p:spPr>
          <a:xfrm>
            <a:off x="1279988" y="-781025"/>
            <a:ext cx="4674275" cy="5126472"/>
          </a:xfrm>
          <a:custGeom>
            <a:avLst/>
            <a:gdLst/>
            <a:ahLst/>
            <a:cxnLst/>
            <a:rect l="l" t="t" r="r" b="b"/>
            <a:pathLst>
              <a:path w="4674275" h="5126472">
                <a:moveTo>
                  <a:pt x="0" y="0"/>
                </a:moveTo>
                <a:lnTo>
                  <a:pt x="4674275" y="0"/>
                </a:lnTo>
                <a:lnTo>
                  <a:pt x="4674275" y="5126472"/>
                </a:lnTo>
                <a:lnTo>
                  <a:pt x="0" y="5126472"/>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US"/>
          </a:p>
        </p:txBody>
      </p:sp>
      <p:sp>
        <p:nvSpPr>
          <p:cNvPr id="14" name="Freeform 14"/>
          <p:cNvSpPr/>
          <p:nvPr/>
        </p:nvSpPr>
        <p:spPr>
          <a:xfrm>
            <a:off x="5372100" y="1136252"/>
            <a:ext cx="15087600" cy="1742950"/>
          </a:xfrm>
          <a:custGeom>
            <a:avLst/>
            <a:gdLst/>
            <a:ahLst/>
            <a:cxnLst/>
            <a:rect l="l" t="t" r="r" b="b"/>
            <a:pathLst>
              <a:path w="15087600" h="1742950">
                <a:moveTo>
                  <a:pt x="0" y="0"/>
                </a:moveTo>
                <a:lnTo>
                  <a:pt x="15087600" y="0"/>
                </a:lnTo>
                <a:lnTo>
                  <a:pt x="15087600" y="1742950"/>
                </a:lnTo>
                <a:lnTo>
                  <a:pt x="0" y="1742950"/>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endParaRPr lang="en-US"/>
          </a:p>
        </p:txBody>
      </p:sp>
      <p:sp>
        <p:nvSpPr>
          <p:cNvPr id="15" name="Freeform 15"/>
          <p:cNvSpPr/>
          <p:nvPr/>
        </p:nvSpPr>
        <p:spPr>
          <a:xfrm>
            <a:off x="1837504" y="4652888"/>
            <a:ext cx="6296850" cy="7158100"/>
          </a:xfrm>
          <a:custGeom>
            <a:avLst/>
            <a:gdLst/>
            <a:ahLst/>
            <a:cxnLst/>
            <a:rect l="l" t="t" r="r" b="b"/>
            <a:pathLst>
              <a:path w="6296850" h="7158100">
                <a:moveTo>
                  <a:pt x="0" y="0"/>
                </a:moveTo>
                <a:lnTo>
                  <a:pt x="6296850" y="0"/>
                </a:lnTo>
                <a:lnTo>
                  <a:pt x="6296850" y="7158100"/>
                </a:lnTo>
                <a:lnTo>
                  <a:pt x="0" y="7158100"/>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C8EAFF"/>
        </a:solidFill>
        <a:effectLst/>
      </p:bgPr>
    </p:bg>
    <p:spTree>
      <p:nvGrpSpPr>
        <p:cNvPr id="1" name=""/>
        <p:cNvGrpSpPr/>
        <p:nvPr/>
      </p:nvGrpSpPr>
      <p:grpSpPr>
        <a:xfrm>
          <a:off x="0" y="0"/>
          <a:ext cx="0" cy="0"/>
          <a:chOff x="0" y="0"/>
          <a:chExt cx="0" cy="0"/>
        </a:xfrm>
      </p:grpSpPr>
      <p:sp>
        <p:nvSpPr>
          <p:cNvPr id="2" name="Freeform 2"/>
          <p:cNvSpPr/>
          <p:nvPr/>
        </p:nvSpPr>
        <p:spPr>
          <a:xfrm>
            <a:off x="0" y="0"/>
            <a:ext cx="18288006" cy="10287002"/>
          </a:xfrm>
          <a:custGeom>
            <a:avLst/>
            <a:gdLst/>
            <a:ahLst/>
            <a:cxnLst/>
            <a:rect l="l" t="t" r="r" b="b"/>
            <a:pathLst>
              <a:path w="18288006" h="10287002">
                <a:moveTo>
                  <a:pt x="0" y="0"/>
                </a:moveTo>
                <a:lnTo>
                  <a:pt x="18288006" y="0"/>
                </a:lnTo>
                <a:lnTo>
                  <a:pt x="18288006" y="10287002"/>
                </a:lnTo>
                <a:lnTo>
                  <a:pt x="0" y="10287002"/>
                </a:lnTo>
                <a:lnTo>
                  <a:pt x="0" y="0"/>
                </a:lnTo>
                <a:close/>
              </a:path>
            </a:pathLst>
          </a:custGeom>
          <a:blipFill>
            <a:blip r:embed="rId3">
              <a:alphaModFix amt="57999"/>
            </a:blip>
            <a:stretch>
              <a:fillRect/>
            </a:stretch>
          </a:blipFill>
        </p:spPr>
        <p:txBody>
          <a:bodyPr/>
          <a:lstStyle/>
          <a:p>
            <a:endParaRPr lang="en-US"/>
          </a:p>
        </p:txBody>
      </p:sp>
      <p:sp>
        <p:nvSpPr>
          <p:cNvPr id="3" name="Freeform 3"/>
          <p:cNvSpPr/>
          <p:nvPr/>
        </p:nvSpPr>
        <p:spPr>
          <a:xfrm>
            <a:off x="-323850" y="-381000"/>
            <a:ext cx="10287000" cy="3657600"/>
          </a:xfrm>
          <a:custGeom>
            <a:avLst/>
            <a:gdLst/>
            <a:ahLst/>
            <a:cxnLst/>
            <a:rect l="l" t="t" r="r" b="b"/>
            <a:pathLst>
              <a:path w="10287000" h="3657600">
                <a:moveTo>
                  <a:pt x="0" y="0"/>
                </a:moveTo>
                <a:lnTo>
                  <a:pt x="10287000" y="0"/>
                </a:lnTo>
                <a:lnTo>
                  <a:pt x="10287000" y="3657600"/>
                </a:lnTo>
                <a:lnTo>
                  <a:pt x="0" y="36576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4" name="Freeform 4"/>
          <p:cNvSpPr/>
          <p:nvPr/>
        </p:nvSpPr>
        <p:spPr>
          <a:xfrm>
            <a:off x="12613402" y="1950886"/>
            <a:ext cx="10591800" cy="4907960"/>
          </a:xfrm>
          <a:custGeom>
            <a:avLst/>
            <a:gdLst/>
            <a:ahLst/>
            <a:cxnLst/>
            <a:rect l="l" t="t" r="r" b="b"/>
            <a:pathLst>
              <a:path w="10591800" h="4907960">
                <a:moveTo>
                  <a:pt x="0" y="0"/>
                </a:moveTo>
                <a:lnTo>
                  <a:pt x="10591800" y="0"/>
                </a:lnTo>
                <a:lnTo>
                  <a:pt x="10591800" y="4907960"/>
                </a:lnTo>
                <a:lnTo>
                  <a:pt x="0" y="4907960"/>
                </a:lnTo>
                <a:lnTo>
                  <a:pt x="0" y="0"/>
                </a:lnTo>
                <a:close/>
              </a:path>
            </a:pathLst>
          </a:custGeom>
          <a:blipFill>
            <a:blip r:embed="rId6"/>
            <a:stretch>
              <a:fillRect/>
            </a:stretch>
          </a:blipFill>
        </p:spPr>
        <p:txBody>
          <a:bodyPr/>
          <a:lstStyle/>
          <a:p>
            <a:endParaRPr lang="en-US"/>
          </a:p>
        </p:txBody>
      </p:sp>
      <p:sp>
        <p:nvSpPr>
          <p:cNvPr id="5" name="Freeform 5"/>
          <p:cNvSpPr/>
          <p:nvPr/>
        </p:nvSpPr>
        <p:spPr>
          <a:xfrm>
            <a:off x="-1047750" y="7497298"/>
            <a:ext cx="10591798" cy="4907950"/>
          </a:xfrm>
          <a:custGeom>
            <a:avLst/>
            <a:gdLst/>
            <a:ahLst/>
            <a:cxnLst/>
            <a:rect l="l" t="t" r="r" b="b"/>
            <a:pathLst>
              <a:path w="10591798" h="4907950">
                <a:moveTo>
                  <a:pt x="0" y="0"/>
                </a:moveTo>
                <a:lnTo>
                  <a:pt x="10591798" y="0"/>
                </a:lnTo>
                <a:lnTo>
                  <a:pt x="10591798" y="4907950"/>
                </a:lnTo>
                <a:lnTo>
                  <a:pt x="0" y="4907950"/>
                </a:lnTo>
                <a:lnTo>
                  <a:pt x="0" y="0"/>
                </a:lnTo>
                <a:close/>
              </a:path>
            </a:pathLst>
          </a:custGeom>
          <a:blipFill>
            <a:blip r:embed="rId7"/>
            <a:stretch>
              <a:fillRect t="-16379" b="-3"/>
            </a:stretch>
          </a:blipFill>
        </p:spPr>
        <p:txBody>
          <a:bodyPr/>
          <a:lstStyle/>
          <a:p>
            <a:endParaRPr lang="en-US"/>
          </a:p>
        </p:txBody>
      </p:sp>
      <p:sp>
        <p:nvSpPr>
          <p:cNvPr id="6" name="Freeform 6"/>
          <p:cNvSpPr/>
          <p:nvPr/>
        </p:nvSpPr>
        <p:spPr>
          <a:xfrm>
            <a:off x="8458202" y="-944480"/>
            <a:ext cx="10591796" cy="4814492"/>
          </a:xfrm>
          <a:custGeom>
            <a:avLst/>
            <a:gdLst/>
            <a:ahLst/>
            <a:cxnLst/>
            <a:rect l="l" t="t" r="r" b="b"/>
            <a:pathLst>
              <a:path w="10591796" h="4814492">
                <a:moveTo>
                  <a:pt x="0" y="0"/>
                </a:moveTo>
                <a:lnTo>
                  <a:pt x="10591796" y="0"/>
                </a:lnTo>
                <a:lnTo>
                  <a:pt x="10591796" y="4814492"/>
                </a:lnTo>
                <a:lnTo>
                  <a:pt x="0" y="4814492"/>
                </a:lnTo>
                <a:lnTo>
                  <a:pt x="0" y="0"/>
                </a:lnTo>
                <a:close/>
              </a:path>
            </a:pathLst>
          </a:custGeom>
          <a:blipFill>
            <a:blip r:embed="rId8"/>
            <a:stretch>
              <a:fillRect/>
            </a:stretch>
          </a:blipFill>
        </p:spPr>
        <p:txBody>
          <a:bodyPr/>
          <a:lstStyle/>
          <a:p>
            <a:endParaRPr lang="en-US"/>
          </a:p>
        </p:txBody>
      </p:sp>
      <p:sp>
        <p:nvSpPr>
          <p:cNvPr id="7" name="Freeform 7"/>
          <p:cNvSpPr/>
          <p:nvPr/>
        </p:nvSpPr>
        <p:spPr>
          <a:xfrm>
            <a:off x="10175002" y="6693182"/>
            <a:ext cx="10591798" cy="4746768"/>
          </a:xfrm>
          <a:custGeom>
            <a:avLst/>
            <a:gdLst/>
            <a:ahLst/>
            <a:cxnLst/>
            <a:rect l="l" t="t" r="r" b="b"/>
            <a:pathLst>
              <a:path w="10591798" h="4746768">
                <a:moveTo>
                  <a:pt x="0" y="0"/>
                </a:moveTo>
                <a:lnTo>
                  <a:pt x="10591798" y="0"/>
                </a:lnTo>
                <a:lnTo>
                  <a:pt x="10591798" y="4746768"/>
                </a:lnTo>
                <a:lnTo>
                  <a:pt x="0" y="4746768"/>
                </a:lnTo>
                <a:lnTo>
                  <a:pt x="0" y="0"/>
                </a:lnTo>
                <a:close/>
              </a:path>
            </a:pathLst>
          </a:custGeom>
          <a:blipFill>
            <a:blip r:embed="rId9"/>
            <a:stretch>
              <a:fillRect/>
            </a:stretch>
          </a:blipFill>
        </p:spPr>
        <p:txBody>
          <a:bodyPr/>
          <a:lstStyle/>
          <a:p>
            <a:endParaRPr lang="en-US"/>
          </a:p>
        </p:txBody>
      </p:sp>
      <p:sp>
        <p:nvSpPr>
          <p:cNvPr id="8" name="TextBox 8"/>
          <p:cNvSpPr txBox="1"/>
          <p:nvPr/>
        </p:nvSpPr>
        <p:spPr>
          <a:xfrm>
            <a:off x="-454842" y="2619375"/>
            <a:ext cx="12076492" cy="6362700"/>
          </a:xfrm>
          <a:prstGeom prst="rect">
            <a:avLst/>
          </a:prstGeom>
        </p:spPr>
        <p:txBody>
          <a:bodyPr lIns="0" tIns="0" rIns="0" bIns="0" rtlCol="0" anchor="t">
            <a:spAutoFit/>
          </a:bodyPr>
          <a:lstStyle/>
          <a:p>
            <a:pPr marL="1282967" lvl="1" indent="-641484" algn="l">
              <a:lnSpc>
                <a:spcPts val="4513"/>
              </a:lnSpc>
            </a:pPr>
            <a:r>
              <a:rPr lang="en-US" sz="3761" dirty="0">
                <a:solidFill>
                  <a:srgbClr val="13394F"/>
                </a:solidFill>
                <a:latin typeface="Arial MT Pro"/>
                <a:ea typeface="Arial MT Pro"/>
                <a:cs typeface="Arial MT Pro"/>
                <a:sym typeface="Arial MT Pro"/>
              </a:rPr>
              <a:t>In the previous system, flight management and booking processes were handled using traditional and manual methods or through limited systems with minimal automation. Users often relied on travel agencies or offline procedures to search for flights and complete bookings. These methods were time-consuming, error-prone, and lacked real-time updates. Additionally, administrative tasks such as managing flights and airports required manual record keeping, which increased the risk of data inconsistency and inefficiency</a:t>
            </a:r>
          </a:p>
        </p:txBody>
      </p:sp>
      <p:sp>
        <p:nvSpPr>
          <p:cNvPr id="9" name="Freeform 9"/>
          <p:cNvSpPr/>
          <p:nvPr/>
        </p:nvSpPr>
        <p:spPr>
          <a:xfrm>
            <a:off x="13585497" y="6816706"/>
            <a:ext cx="2956208" cy="3294091"/>
          </a:xfrm>
          <a:custGeom>
            <a:avLst/>
            <a:gdLst/>
            <a:ahLst/>
            <a:cxnLst/>
            <a:rect l="l" t="t" r="r" b="b"/>
            <a:pathLst>
              <a:path w="2956208" h="3294091">
                <a:moveTo>
                  <a:pt x="0" y="0"/>
                </a:moveTo>
                <a:lnTo>
                  <a:pt x="2956209" y="0"/>
                </a:lnTo>
                <a:lnTo>
                  <a:pt x="2956209" y="3294091"/>
                </a:lnTo>
                <a:lnTo>
                  <a:pt x="0" y="3294091"/>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US"/>
          </a:p>
        </p:txBody>
      </p:sp>
      <p:sp>
        <p:nvSpPr>
          <p:cNvPr id="10" name="Freeform 10"/>
          <p:cNvSpPr/>
          <p:nvPr/>
        </p:nvSpPr>
        <p:spPr>
          <a:xfrm>
            <a:off x="8539400" y="7623366"/>
            <a:ext cx="4933950" cy="3216100"/>
          </a:xfrm>
          <a:custGeom>
            <a:avLst/>
            <a:gdLst/>
            <a:ahLst/>
            <a:cxnLst/>
            <a:rect l="l" t="t" r="r" b="b"/>
            <a:pathLst>
              <a:path w="4933950" h="3216100">
                <a:moveTo>
                  <a:pt x="0" y="0"/>
                </a:moveTo>
                <a:lnTo>
                  <a:pt x="4933950" y="0"/>
                </a:lnTo>
                <a:lnTo>
                  <a:pt x="4933950" y="3216100"/>
                </a:lnTo>
                <a:lnTo>
                  <a:pt x="0" y="3216100"/>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endParaRPr lang="en-US"/>
          </a:p>
        </p:txBody>
      </p:sp>
      <p:sp>
        <p:nvSpPr>
          <p:cNvPr id="11" name="Freeform 11"/>
          <p:cNvSpPr/>
          <p:nvPr/>
        </p:nvSpPr>
        <p:spPr>
          <a:xfrm>
            <a:off x="11319422" y="1289862"/>
            <a:ext cx="4020397" cy="4686530"/>
          </a:xfrm>
          <a:custGeom>
            <a:avLst/>
            <a:gdLst/>
            <a:ahLst/>
            <a:cxnLst/>
            <a:rect l="l" t="t" r="r" b="b"/>
            <a:pathLst>
              <a:path w="4020397" h="4686530">
                <a:moveTo>
                  <a:pt x="0" y="0"/>
                </a:moveTo>
                <a:lnTo>
                  <a:pt x="4020398" y="0"/>
                </a:lnTo>
                <a:lnTo>
                  <a:pt x="4020398" y="4686530"/>
                </a:lnTo>
                <a:lnTo>
                  <a:pt x="0" y="4686530"/>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endParaRPr lang="en-US"/>
          </a:p>
        </p:txBody>
      </p:sp>
      <p:sp>
        <p:nvSpPr>
          <p:cNvPr id="12" name="Freeform 12"/>
          <p:cNvSpPr/>
          <p:nvPr/>
        </p:nvSpPr>
        <p:spPr>
          <a:xfrm>
            <a:off x="13639800" y="5276850"/>
            <a:ext cx="4819650" cy="1047750"/>
          </a:xfrm>
          <a:custGeom>
            <a:avLst/>
            <a:gdLst/>
            <a:ahLst/>
            <a:cxnLst/>
            <a:rect l="l" t="t" r="r" b="b"/>
            <a:pathLst>
              <a:path w="4819650" h="1047750">
                <a:moveTo>
                  <a:pt x="0" y="0"/>
                </a:moveTo>
                <a:lnTo>
                  <a:pt x="4819650" y="0"/>
                </a:lnTo>
                <a:lnTo>
                  <a:pt x="4819650" y="1047750"/>
                </a:lnTo>
                <a:lnTo>
                  <a:pt x="0" y="1047750"/>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txBody>
          <a:bodyPr/>
          <a:lstStyle/>
          <a:p>
            <a:endParaRPr lang="en-US"/>
          </a:p>
        </p:txBody>
      </p:sp>
      <p:grpSp>
        <p:nvGrpSpPr>
          <p:cNvPr id="13" name="Group 13"/>
          <p:cNvGrpSpPr/>
          <p:nvPr/>
        </p:nvGrpSpPr>
        <p:grpSpPr>
          <a:xfrm>
            <a:off x="1654061" y="843574"/>
            <a:ext cx="7254232" cy="1238384"/>
            <a:chOff x="0" y="0"/>
            <a:chExt cx="7670122" cy="1309381"/>
          </a:xfrm>
        </p:grpSpPr>
        <p:sp>
          <p:nvSpPr>
            <p:cNvPr id="14" name="Freeform 14"/>
            <p:cNvSpPr/>
            <p:nvPr/>
          </p:nvSpPr>
          <p:spPr>
            <a:xfrm>
              <a:off x="0" y="0"/>
              <a:ext cx="7670085" cy="1309429"/>
            </a:xfrm>
            <a:custGeom>
              <a:avLst/>
              <a:gdLst/>
              <a:ahLst/>
              <a:cxnLst/>
              <a:rect l="l" t="t" r="r" b="b"/>
              <a:pathLst>
                <a:path w="7670085" h="1309429">
                  <a:moveTo>
                    <a:pt x="0" y="0"/>
                  </a:moveTo>
                  <a:lnTo>
                    <a:pt x="7670085" y="0"/>
                  </a:lnTo>
                  <a:lnTo>
                    <a:pt x="7670085" y="1309429"/>
                  </a:lnTo>
                  <a:lnTo>
                    <a:pt x="0" y="1309429"/>
                  </a:lnTo>
                  <a:close/>
                </a:path>
              </a:pathLst>
            </a:custGeom>
            <a:solidFill>
              <a:srgbClr val="FFFFFF">
                <a:alpha val="11765"/>
              </a:srgbClr>
            </a:solidFill>
          </p:spPr>
          <p:txBody>
            <a:bodyPr/>
            <a:lstStyle/>
            <a:p>
              <a:endParaRPr lang="en-US"/>
            </a:p>
          </p:txBody>
        </p:sp>
        <p:sp>
          <p:nvSpPr>
            <p:cNvPr id="15" name="TextBox 15"/>
            <p:cNvSpPr txBox="1"/>
            <p:nvPr/>
          </p:nvSpPr>
          <p:spPr>
            <a:xfrm>
              <a:off x="0" y="0"/>
              <a:ext cx="7670122" cy="1309381"/>
            </a:xfrm>
            <a:prstGeom prst="rect">
              <a:avLst/>
            </a:prstGeom>
          </p:spPr>
          <p:txBody>
            <a:bodyPr lIns="64061" tIns="64061" rIns="64061" bIns="64061" rtlCol="0" anchor="ctr"/>
            <a:lstStyle/>
            <a:p>
              <a:pPr algn="ctr">
                <a:lnSpc>
                  <a:spcPts val="6052"/>
                </a:lnSpc>
              </a:pPr>
              <a:r>
                <a:rPr lang="en-US" sz="5044">
                  <a:solidFill>
                    <a:srgbClr val="13394F"/>
                  </a:solidFill>
                  <a:latin typeface="Lexend Deca"/>
                  <a:ea typeface="Lexend Deca"/>
                  <a:cs typeface="Lexend Deca"/>
                  <a:sym typeface="Lexend Deca"/>
                </a:rPr>
                <a:t>1.1 Previous System</a:t>
              </a: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C8EAFF"/>
        </a:solidFill>
        <a:effectLst/>
      </p:bgPr>
    </p:bg>
    <p:spTree>
      <p:nvGrpSpPr>
        <p:cNvPr id="1" name=""/>
        <p:cNvGrpSpPr/>
        <p:nvPr/>
      </p:nvGrpSpPr>
      <p:grpSpPr>
        <a:xfrm>
          <a:off x="0" y="0"/>
          <a:ext cx="0" cy="0"/>
          <a:chOff x="0" y="0"/>
          <a:chExt cx="0" cy="0"/>
        </a:xfrm>
      </p:grpSpPr>
      <p:sp>
        <p:nvSpPr>
          <p:cNvPr id="2" name="Freeform 2"/>
          <p:cNvSpPr/>
          <p:nvPr/>
        </p:nvSpPr>
        <p:spPr>
          <a:xfrm>
            <a:off x="0" y="0"/>
            <a:ext cx="18288006" cy="10287002"/>
          </a:xfrm>
          <a:custGeom>
            <a:avLst/>
            <a:gdLst/>
            <a:ahLst/>
            <a:cxnLst/>
            <a:rect l="l" t="t" r="r" b="b"/>
            <a:pathLst>
              <a:path w="18288006" h="10287002">
                <a:moveTo>
                  <a:pt x="0" y="0"/>
                </a:moveTo>
                <a:lnTo>
                  <a:pt x="18288006" y="0"/>
                </a:lnTo>
                <a:lnTo>
                  <a:pt x="18288006" y="10287002"/>
                </a:lnTo>
                <a:lnTo>
                  <a:pt x="0" y="10287002"/>
                </a:lnTo>
                <a:lnTo>
                  <a:pt x="0" y="0"/>
                </a:lnTo>
                <a:close/>
              </a:path>
            </a:pathLst>
          </a:custGeom>
          <a:blipFill>
            <a:blip r:embed="rId3">
              <a:alphaModFix amt="57999"/>
            </a:blip>
            <a:stretch>
              <a:fillRect/>
            </a:stretch>
          </a:blipFill>
        </p:spPr>
        <p:txBody>
          <a:bodyPr/>
          <a:lstStyle/>
          <a:p>
            <a:endParaRPr lang="en-US"/>
          </a:p>
        </p:txBody>
      </p:sp>
      <p:sp>
        <p:nvSpPr>
          <p:cNvPr id="3" name="Freeform 3"/>
          <p:cNvSpPr/>
          <p:nvPr/>
        </p:nvSpPr>
        <p:spPr>
          <a:xfrm>
            <a:off x="-323850" y="-381000"/>
            <a:ext cx="10287000" cy="3657600"/>
          </a:xfrm>
          <a:custGeom>
            <a:avLst/>
            <a:gdLst/>
            <a:ahLst/>
            <a:cxnLst/>
            <a:rect l="l" t="t" r="r" b="b"/>
            <a:pathLst>
              <a:path w="10287000" h="3657600">
                <a:moveTo>
                  <a:pt x="0" y="0"/>
                </a:moveTo>
                <a:lnTo>
                  <a:pt x="10287000" y="0"/>
                </a:lnTo>
                <a:lnTo>
                  <a:pt x="10287000" y="3657600"/>
                </a:lnTo>
                <a:lnTo>
                  <a:pt x="0" y="36576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4" name="Freeform 4"/>
          <p:cNvSpPr/>
          <p:nvPr/>
        </p:nvSpPr>
        <p:spPr>
          <a:xfrm>
            <a:off x="12613402" y="1950886"/>
            <a:ext cx="10591800" cy="4907960"/>
          </a:xfrm>
          <a:custGeom>
            <a:avLst/>
            <a:gdLst/>
            <a:ahLst/>
            <a:cxnLst/>
            <a:rect l="l" t="t" r="r" b="b"/>
            <a:pathLst>
              <a:path w="10591800" h="4907960">
                <a:moveTo>
                  <a:pt x="0" y="0"/>
                </a:moveTo>
                <a:lnTo>
                  <a:pt x="10591800" y="0"/>
                </a:lnTo>
                <a:lnTo>
                  <a:pt x="10591800" y="4907960"/>
                </a:lnTo>
                <a:lnTo>
                  <a:pt x="0" y="4907960"/>
                </a:lnTo>
                <a:lnTo>
                  <a:pt x="0" y="0"/>
                </a:lnTo>
                <a:close/>
              </a:path>
            </a:pathLst>
          </a:custGeom>
          <a:blipFill>
            <a:blip r:embed="rId6"/>
            <a:stretch>
              <a:fillRect/>
            </a:stretch>
          </a:blipFill>
        </p:spPr>
        <p:txBody>
          <a:bodyPr/>
          <a:lstStyle/>
          <a:p>
            <a:endParaRPr lang="en-US"/>
          </a:p>
        </p:txBody>
      </p:sp>
      <p:sp>
        <p:nvSpPr>
          <p:cNvPr id="5" name="Freeform 5"/>
          <p:cNvSpPr/>
          <p:nvPr/>
        </p:nvSpPr>
        <p:spPr>
          <a:xfrm>
            <a:off x="-1047750" y="7497298"/>
            <a:ext cx="10591798" cy="4907950"/>
          </a:xfrm>
          <a:custGeom>
            <a:avLst/>
            <a:gdLst/>
            <a:ahLst/>
            <a:cxnLst/>
            <a:rect l="l" t="t" r="r" b="b"/>
            <a:pathLst>
              <a:path w="10591798" h="4907950">
                <a:moveTo>
                  <a:pt x="0" y="0"/>
                </a:moveTo>
                <a:lnTo>
                  <a:pt x="10591798" y="0"/>
                </a:lnTo>
                <a:lnTo>
                  <a:pt x="10591798" y="4907950"/>
                </a:lnTo>
                <a:lnTo>
                  <a:pt x="0" y="4907950"/>
                </a:lnTo>
                <a:lnTo>
                  <a:pt x="0" y="0"/>
                </a:lnTo>
                <a:close/>
              </a:path>
            </a:pathLst>
          </a:custGeom>
          <a:blipFill>
            <a:blip r:embed="rId7"/>
            <a:stretch>
              <a:fillRect t="-16379" b="-3"/>
            </a:stretch>
          </a:blipFill>
        </p:spPr>
        <p:txBody>
          <a:bodyPr/>
          <a:lstStyle/>
          <a:p>
            <a:endParaRPr lang="en-US"/>
          </a:p>
        </p:txBody>
      </p:sp>
      <p:sp>
        <p:nvSpPr>
          <p:cNvPr id="6" name="Freeform 6"/>
          <p:cNvSpPr/>
          <p:nvPr/>
        </p:nvSpPr>
        <p:spPr>
          <a:xfrm>
            <a:off x="8458202" y="-944480"/>
            <a:ext cx="10591796" cy="4814492"/>
          </a:xfrm>
          <a:custGeom>
            <a:avLst/>
            <a:gdLst/>
            <a:ahLst/>
            <a:cxnLst/>
            <a:rect l="l" t="t" r="r" b="b"/>
            <a:pathLst>
              <a:path w="10591796" h="4814492">
                <a:moveTo>
                  <a:pt x="0" y="0"/>
                </a:moveTo>
                <a:lnTo>
                  <a:pt x="10591796" y="0"/>
                </a:lnTo>
                <a:lnTo>
                  <a:pt x="10591796" y="4814492"/>
                </a:lnTo>
                <a:lnTo>
                  <a:pt x="0" y="4814492"/>
                </a:lnTo>
                <a:lnTo>
                  <a:pt x="0" y="0"/>
                </a:lnTo>
                <a:close/>
              </a:path>
            </a:pathLst>
          </a:custGeom>
          <a:blipFill>
            <a:blip r:embed="rId8"/>
            <a:stretch>
              <a:fillRect/>
            </a:stretch>
          </a:blipFill>
        </p:spPr>
        <p:txBody>
          <a:bodyPr/>
          <a:lstStyle/>
          <a:p>
            <a:endParaRPr lang="en-US"/>
          </a:p>
        </p:txBody>
      </p:sp>
      <p:sp>
        <p:nvSpPr>
          <p:cNvPr id="7" name="Freeform 7"/>
          <p:cNvSpPr/>
          <p:nvPr/>
        </p:nvSpPr>
        <p:spPr>
          <a:xfrm>
            <a:off x="10175002" y="6693182"/>
            <a:ext cx="10591798" cy="4746768"/>
          </a:xfrm>
          <a:custGeom>
            <a:avLst/>
            <a:gdLst/>
            <a:ahLst/>
            <a:cxnLst/>
            <a:rect l="l" t="t" r="r" b="b"/>
            <a:pathLst>
              <a:path w="10591798" h="4746768">
                <a:moveTo>
                  <a:pt x="0" y="0"/>
                </a:moveTo>
                <a:lnTo>
                  <a:pt x="10591798" y="0"/>
                </a:lnTo>
                <a:lnTo>
                  <a:pt x="10591798" y="4746768"/>
                </a:lnTo>
                <a:lnTo>
                  <a:pt x="0" y="4746768"/>
                </a:lnTo>
                <a:lnTo>
                  <a:pt x="0" y="0"/>
                </a:lnTo>
                <a:close/>
              </a:path>
            </a:pathLst>
          </a:custGeom>
          <a:blipFill>
            <a:blip r:embed="rId9"/>
            <a:stretch>
              <a:fillRect/>
            </a:stretch>
          </a:blipFill>
        </p:spPr>
        <p:txBody>
          <a:bodyPr/>
          <a:lstStyle/>
          <a:p>
            <a:endParaRPr lang="en-US"/>
          </a:p>
        </p:txBody>
      </p:sp>
      <p:sp>
        <p:nvSpPr>
          <p:cNvPr id="8" name="TextBox 8"/>
          <p:cNvSpPr txBox="1"/>
          <p:nvPr/>
        </p:nvSpPr>
        <p:spPr>
          <a:xfrm>
            <a:off x="293986" y="2672409"/>
            <a:ext cx="12076492" cy="6934200"/>
          </a:xfrm>
          <a:prstGeom prst="rect">
            <a:avLst/>
          </a:prstGeom>
        </p:spPr>
        <p:txBody>
          <a:bodyPr lIns="0" tIns="0" rIns="0" bIns="0" rtlCol="0" anchor="t">
            <a:spAutoFit/>
          </a:bodyPr>
          <a:lstStyle/>
          <a:p>
            <a:pPr algn="l">
              <a:lnSpc>
                <a:spcPts val="4513"/>
              </a:lnSpc>
            </a:pPr>
            <a:r>
              <a:rPr lang="en-US" sz="3761" dirty="0">
                <a:solidFill>
                  <a:srgbClr val="13394F"/>
                </a:solidFill>
                <a:latin typeface="Arial MT Pro"/>
                <a:ea typeface="Arial MT Pro"/>
                <a:cs typeface="Arial MT Pro"/>
                <a:sym typeface="Arial MT Pro"/>
              </a:rPr>
              <a:t>The current system is a web-based Flight Management System that automates the process of managing flights and booking reservations. It provides an interactive user interface that allows users to search for available flights, register, log in, and book flights online. Administrators can efficiently manage flights and airports through a centralized system. The system improves accuracy, reduces manual effort, and provides real-time access to flight data for both users and administrators.</a:t>
            </a:r>
          </a:p>
          <a:p>
            <a:pPr marL="1282967" lvl="1" indent="-641484" algn="l">
              <a:lnSpc>
                <a:spcPts val="4513"/>
              </a:lnSpc>
            </a:pPr>
            <a:endParaRPr lang="en-US" sz="3761" dirty="0">
              <a:solidFill>
                <a:srgbClr val="13394F"/>
              </a:solidFill>
              <a:latin typeface="Arial MT Pro"/>
              <a:ea typeface="Arial MT Pro"/>
              <a:cs typeface="Arial MT Pro"/>
              <a:sym typeface="Arial MT Pro"/>
            </a:endParaRPr>
          </a:p>
        </p:txBody>
      </p:sp>
      <p:sp>
        <p:nvSpPr>
          <p:cNvPr id="9" name="Freeform 9"/>
          <p:cNvSpPr/>
          <p:nvPr/>
        </p:nvSpPr>
        <p:spPr>
          <a:xfrm>
            <a:off x="13585497" y="6816706"/>
            <a:ext cx="2956208" cy="3294091"/>
          </a:xfrm>
          <a:custGeom>
            <a:avLst/>
            <a:gdLst/>
            <a:ahLst/>
            <a:cxnLst/>
            <a:rect l="l" t="t" r="r" b="b"/>
            <a:pathLst>
              <a:path w="2956208" h="3294091">
                <a:moveTo>
                  <a:pt x="0" y="0"/>
                </a:moveTo>
                <a:lnTo>
                  <a:pt x="2956209" y="0"/>
                </a:lnTo>
                <a:lnTo>
                  <a:pt x="2956209" y="3294091"/>
                </a:lnTo>
                <a:lnTo>
                  <a:pt x="0" y="3294091"/>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US"/>
          </a:p>
        </p:txBody>
      </p:sp>
      <p:sp>
        <p:nvSpPr>
          <p:cNvPr id="10" name="Freeform 10"/>
          <p:cNvSpPr/>
          <p:nvPr/>
        </p:nvSpPr>
        <p:spPr>
          <a:xfrm>
            <a:off x="8539400" y="7623366"/>
            <a:ext cx="4933950" cy="3216100"/>
          </a:xfrm>
          <a:custGeom>
            <a:avLst/>
            <a:gdLst/>
            <a:ahLst/>
            <a:cxnLst/>
            <a:rect l="l" t="t" r="r" b="b"/>
            <a:pathLst>
              <a:path w="4933950" h="3216100">
                <a:moveTo>
                  <a:pt x="0" y="0"/>
                </a:moveTo>
                <a:lnTo>
                  <a:pt x="4933950" y="0"/>
                </a:lnTo>
                <a:lnTo>
                  <a:pt x="4933950" y="3216100"/>
                </a:lnTo>
                <a:lnTo>
                  <a:pt x="0" y="3216100"/>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endParaRPr lang="en-US"/>
          </a:p>
        </p:txBody>
      </p:sp>
      <p:sp>
        <p:nvSpPr>
          <p:cNvPr id="11" name="Freeform 11"/>
          <p:cNvSpPr/>
          <p:nvPr/>
        </p:nvSpPr>
        <p:spPr>
          <a:xfrm>
            <a:off x="11319422" y="1289862"/>
            <a:ext cx="4020397" cy="4686530"/>
          </a:xfrm>
          <a:custGeom>
            <a:avLst/>
            <a:gdLst/>
            <a:ahLst/>
            <a:cxnLst/>
            <a:rect l="l" t="t" r="r" b="b"/>
            <a:pathLst>
              <a:path w="4020397" h="4686530">
                <a:moveTo>
                  <a:pt x="0" y="0"/>
                </a:moveTo>
                <a:lnTo>
                  <a:pt x="4020398" y="0"/>
                </a:lnTo>
                <a:lnTo>
                  <a:pt x="4020398" y="4686530"/>
                </a:lnTo>
                <a:lnTo>
                  <a:pt x="0" y="4686530"/>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endParaRPr lang="en-US"/>
          </a:p>
        </p:txBody>
      </p:sp>
      <p:sp>
        <p:nvSpPr>
          <p:cNvPr id="12" name="Freeform 12"/>
          <p:cNvSpPr/>
          <p:nvPr/>
        </p:nvSpPr>
        <p:spPr>
          <a:xfrm>
            <a:off x="13639800" y="5276850"/>
            <a:ext cx="4819650" cy="1047750"/>
          </a:xfrm>
          <a:custGeom>
            <a:avLst/>
            <a:gdLst/>
            <a:ahLst/>
            <a:cxnLst/>
            <a:rect l="l" t="t" r="r" b="b"/>
            <a:pathLst>
              <a:path w="4819650" h="1047750">
                <a:moveTo>
                  <a:pt x="0" y="0"/>
                </a:moveTo>
                <a:lnTo>
                  <a:pt x="4819650" y="0"/>
                </a:lnTo>
                <a:lnTo>
                  <a:pt x="4819650" y="1047750"/>
                </a:lnTo>
                <a:lnTo>
                  <a:pt x="0" y="1047750"/>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txBody>
          <a:bodyPr/>
          <a:lstStyle/>
          <a:p>
            <a:endParaRPr lang="en-US"/>
          </a:p>
        </p:txBody>
      </p:sp>
      <p:grpSp>
        <p:nvGrpSpPr>
          <p:cNvPr id="13" name="Group 13"/>
          <p:cNvGrpSpPr/>
          <p:nvPr/>
        </p:nvGrpSpPr>
        <p:grpSpPr>
          <a:xfrm>
            <a:off x="1889768" y="843574"/>
            <a:ext cx="7254232" cy="1238384"/>
            <a:chOff x="0" y="0"/>
            <a:chExt cx="7670122" cy="1309381"/>
          </a:xfrm>
        </p:grpSpPr>
        <p:sp>
          <p:nvSpPr>
            <p:cNvPr id="14" name="Freeform 14"/>
            <p:cNvSpPr/>
            <p:nvPr/>
          </p:nvSpPr>
          <p:spPr>
            <a:xfrm>
              <a:off x="0" y="0"/>
              <a:ext cx="7670085" cy="1309429"/>
            </a:xfrm>
            <a:custGeom>
              <a:avLst/>
              <a:gdLst/>
              <a:ahLst/>
              <a:cxnLst/>
              <a:rect l="l" t="t" r="r" b="b"/>
              <a:pathLst>
                <a:path w="7670085" h="1309429">
                  <a:moveTo>
                    <a:pt x="0" y="0"/>
                  </a:moveTo>
                  <a:lnTo>
                    <a:pt x="7670085" y="0"/>
                  </a:lnTo>
                  <a:lnTo>
                    <a:pt x="7670085" y="1309429"/>
                  </a:lnTo>
                  <a:lnTo>
                    <a:pt x="0" y="1309429"/>
                  </a:lnTo>
                  <a:close/>
                </a:path>
              </a:pathLst>
            </a:custGeom>
            <a:solidFill>
              <a:srgbClr val="FFFFFF">
                <a:alpha val="11765"/>
              </a:srgbClr>
            </a:solidFill>
          </p:spPr>
          <p:txBody>
            <a:bodyPr/>
            <a:lstStyle/>
            <a:p>
              <a:endParaRPr lang="en-US"/>
            </a:p>
          </p:txBody>
        </p:sp>
        <p:sp>
          <p:nvSpPr>
            <p:cNvPr id="15" name="TextBox 15"/>
            <p:cNvSpPr txBox="1"/>
            <p:nvPr/>
          </p:nvSpPr>
          <p:spPr>
            <a:xfrm>
              <a:off x="0" y="0"/>
              <a:ext cx="7670122" cy="1309381"/>
            </a:xfrm>
            <a:prstGeom prst="rect">
              <a:avLst/>
            </a:prstGeom>
          </p:spPr>
          <p:txBody>
            <a:bodyPr lIns="64061" tIns="64061" rIns="64061" bIns="64061" rtlCol="0" anchor="ctr"/>
            <a:lstStyle/>
            <a:p>
              <a:pPr algn="ctr">
                <a:lnSpc>
                  <a:spcPts val="6052"/>
                </a:lnSpc>
              </a:pPr>
              <a:r>
                <a:rPr lang="en-US" sz="5044">
                  <a:solidFill>
                    <a:srgbClr val="13394F"/>
                  </a:solidFill>
                  <a:latin typeface="Lexend Deca"/>
                  <a:ea typeface="Lexend Deca"/>
                  <a:cs typeface="Lexend Deca"/>
                  <a:sym typeface="Lexend Deca"/>
                </a:rPr>
                <a:t>1.2 Current System</a:t>
              </a: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C8EAFF"/>
        </a:solidFill>
        <a:effectLst/>
      </p:bgPr>
    </p:bg>
    <p:spTree>
      <p:nvGrpSpPr>
        <p:cNvPr id="1" name=""/>
        <p:cNvGrpSpPr/>
        <p:nvPr/>
      </p:nvGrpSpPr>
      <p:grpSpPr>
        <a:xfrm>
          <a:off x="0" y="0"/>
          <a:ext cx="0" cy="0"/>
          <a:chOff x="0" y="0"/>
          <a:chExt cx="0" cy="0"/>
        </a:xfrm>
      </p:grpSpPr>
      <p:sp>
        <p:nvSpPr>
          <p:cNvPr id="2" name="Freeform 2"/>
          <p:cNvSpPr/>
          <p:nvPr/>
        </p:nvSpPr>
        <p:spPr>
          <a:xfrm>
            <a:off x="0" y="0"/>
            <a:ext cx="18288006" cy="10287002"/>
          </a:xfrm>
          <a:custGeom>
            <a:avLst/>
            <a:gdLst/>
            <a:ahLst/>
            <a:cxnLst/>
            <a:rect l="l" t="t" r="r" b="b"/>
            <a:pathLst>
              <a:path w="18288006" h="10287002">
                <a:moveTo>
                  <a:pt x="0" y="0"/>
                </a:moveTo>
                <a:lnTo>
                  <a:pt x="18288006" y="0"/>
                </a:lnTo>
                <a:lnTo>
                  <a:pt x="18288006" y="10287002"/>
                </a:lnTo>
                <a:lnTo>
                  <a:pt x="0" y="10287002"/>
                </a:lnTo>
                <a:lnTo>
                  <a:pt x="0" y="0"/>
                </a:lnTo>
                <a:close/>
              </a:path>
            </a:pathLst>
          </a:custGeom>
          <a:blipFill>
            <a:blip r:embed="rId3">
              <a:alphaModFix amt="57999"/>
            </a:blip>
            <a:stretch>
              <a:fillRect/>
            </a:stretch>
          </a:blipFill>
        </p:spPr>
        <p:txBody>
          <a:bodyPr/>
          <a:lstStyle/>
          <a:p>
            <a:endParaRPr lang="en-US"/>
          </a:p>
        </p:txBody>
      </p:sp>
      <p:sp>
        <p:nvSpPr>
          <p:cNvPr id="3" name="Freeform 3"/>
          <p:cNvSpPr/>
          <p:nvPr/>
        </p:nvSpPr>
        <p:spPr>
          <a:xfrm>
            <a:off x="9810750" y="-881544"/>
            <a:ext cx="10591798" cy="2661002"/>
          </a:xfrm>
          <a:custGeom>
            <a:avLst/>
            <a:gdLst/>
            <a:ahLst/>
            <a:cxnLst/>
            <a:rect l="l" t="t" r="r" b="b"/>
            <a:pathLst>
              <a:path w="10591798" h="2661002">
                <a:moveTo>
                  <a:pt x="0" y="0"/>
                </a:moveTo>
                <a:lnTo>
                  <a:pt x="10591798" y="0"/>
                </a:lnTo>
                <a:lnTo>
                  <a:pt x="10591798" y="2661002"/>
                </a:lnTo>
                <a:lnTo>
                  <a:pt x="0" y="2661002"/>
                </a:lnTo>
                <a:lnTo>
                  <a:pt x="0" y="0"/>
                </a:lnTo>
                <a:close/>
              </a:path>
            </a:pathLst>
          </a:custGeom>
          <a:blipFill>
            <a:blip r:embed="rId4"/>
            <a:stretch>
              <a:fillRect t="-35919" b="-35912"/>
            </a:stretch>
          </a:blipFill>
        </p:spPr>
        <p:txBody>
          <a:bodyPr/>
          <a:lstStyle/>
          <a:p>
            <a:endParaRPr lang="en-US"/>
          </a:p>
        </p:txBody>
      </p:sp>
      <p:sp>
        <p:nvSpPr>
          <p:cNvPr id="4" name="Freeform 4"/>
          <p:cNvSpPr/>
          <p:nvPr/>
        </p:nvSpPr>
        <p:spPr>
          <a:xfrm>
            <a:off x="6400800" y="8984636"/>
            <a:ext cx="12096750" cy="2254850"/>
          </a:xfrm>
          <a:custGeom>
            <a:avLst/>
            <a:gdLst/>
            <a:ahLst/>
            <a:cxnLst/>
            <a:rect l="l" t="t" r="r" b="b"/>
            <a:pathLst>
              <a:path w="12096750" h="2254850">
                <a:moveTo>
                  <a:pt x="0" y="0"/>
                </a:moveTo>
                <a:lnTo>
                  <a:pt x="12096750" y="0"/>
                </a:lnTo>
                <a:lnTo>
                  <a:pt x="12096750" y="2254850"/>
                </a:lnTo>
                <a:lnTo>
                  <a:pt x="0" y="225485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sp>
        <p:nvSpPr>
          <p:cNvPr id="5" name="Freeform 5"/>
          <p:cNvSpPr/>
          <p:nvPr/>
        </p:nvSpPr>
        <p:spPr>
          <a:xfrm>
            <a:off x="-3486148" y="3630554"/>
            <a:ext cx="10591798" cy="4503776"/>
          </a:xfrm>
          <a:custGeom>
            <a:avLst/>
            <a:gdLst/>
            <a:ahLst/>
            <a:cxnLst/>
            <a:rect l="l" t="t" r="r" b="b"/>
            <a:pathLst>
              <a:path w="10591798" h="4503776">
                <a:moveTo>
                  <a:pt x="0" y="0"/>
                </a:moveTo>
                <a:lnTo>
                  <a:pt x="10591798" y="0"/>
                </a:lnTo>
                <a:lnTo>
                  <a:pt x="10591798" y="4503776"/>
                </a:lnTo>
                <a:lnTo>
                  <a:pt x="0" y="4503776"/>
                </a:lnTo>
                <a:lnTo>
                  <a:pt x="0" y="0"/>
                </a:lnTo>
                <a:close/>
              </a:path>
            </a:pathLst>
          </a:custGeom>
          <a:blipFill>
            <a:blip r:embed="rId7"/>
            <a:stretch>
              <a:fillRect/>
            </a:stretch>
          </a:blipFill>
        </p:spPr>
        <p:txBody>
          <a:bodyPr/>
          <a:lstStyle/>
          <a:p>
            <a:endParaRPr lang="en-US"/>
          </a:p>
        </p:txBody>
      </p:sp>
      <p:sp>
        <p:nvSpPr>
          <p:cNvPr id="6" name="Freeform 6"/>
          <p:cNvSpPr/>
          <p:nvPr/>
        </p:nvSpPr>
        <p:spPr>
          <a:xfrm>
            <a:off x="3219450" y="7924800"/>
            <a:ext cx="9296396" cy="3518900"/>
          </a:xfrm>
          <a:custGeom>
            <a:avLst/>
            <a:gdLst/>
            <a:ahLst/>
            <a:cxnLst/>
            <a:rect l="l" t="t" r="r" b="b"/>
            <a:pathLst>
              <a:path w="9296396" h="3518900">
                <a:moveTo>
                  <a:pt x="0" y="0"/>
                </a:moveTo>
                <a:lnTo>
                  <a:pt x="9296396" y="0"/>
                </a:lnTo>
                <a:lnTo>
                  <a:pt x="9296396" y="3518900"/>
                </a:lnTo>
                <a:lnTo>
                  <a:pt x="0" y="3518900"/>
                </a:lnTo>
                <a:lnTo>
                  <a:pt x="0" y="0"/>
                </a:lnTo>
                <a:close/>
              </a:path>
            </a:pathLst>
          </a:custGeom>
          <a:blipFill>
            <a:blip r:embed="rId8"/>
            <a:stretch>
              <a:fillRect l="-6969" t="-23499" r="-6967" b="-23499"/>
            </a:stretch>
          </a:blipFill>
        </p:spPr>
        <p:txBody>
          <a:bodyPr/>
          <a:lstStyle/>
          <a:p>
            <a:endParaRPr lang="en-US"/>
          </a:p>
        </p:txBody>
      </p:sp>
      <p:sp>
        <p:nvSpPr>
          <p:cNvPr id="7" name="Freeform 7"/>
          <p:cNvSpPr/>
          <p:nvPr/>
        </p:nvSpPr>
        <p:spPr>
          <a:xfrm>
            <a:off x="-2876548" y="-966280"/>
            <a:ext cx="10591796" cy="4814492"/>
          </a:xfrm>
          <a:custGeom>
            <a:avLst/>
            <a:gdLst/>
            <a:ahLst/>
            <a:cxnLst/>
            <a:rect l="l" t="t" r="r" b="b"/>
            <a:pathLst>
              <a:path w="10591796" h="4814492">
                <a:moveTo>
                  <a:pt x="0" y="0"/>
                </a:moveTo>
                <a:lnTo>
                  <a:pt x="10591796" y="0"/>
                </a:lnTo>
                <a:lnTo>
                  <a:pt x="10591796" y="4814492"/>
                </a:lnTo>
                <a:lnTo>
                  <a:pt x="0" y="4814492"/>
                </a:lnTo>
                <a:lnTo>
                  <a:pt x="0" y="0"/>
                </a:lnTo>
                <a:close/>
              </a:path>
            </a:pathLst>
          </a:custGeom>
          <a:blipFill>
            <a:blip r:embed="rId9"/>
            <a:stretch>
              <a:fillRect/>
            </a:stretch>
          </a:blipFill>
        </p:spPr>
        <p:txBody>
          <a:bodyPr/>
          <a:lstStyle/>
          <a:p>
            <a:endParaRPr lang="en-US"/>
          </a:p>
        </p:txBody>
      </p:sp>
      <p:sp>
        <p:nvSpPr>
          <p:cNvPr id="8" name="Freeform 8"/>
          <p:cNvSpPr/>
          <p:nvPr/>
        </p:nvSpPr>
        <p:spPr>
          <a:xfrm>
            <a:off x="1809751" y="6766427"/>
            <a:ext cx="3527203" cy="3345634"/>
          </a:xfrm>
          <a:custGeom>
            <a:avLst/>
            <a:gdLst/>
            <a:ahLst/>
            <a:cxnLst/>
            <a:rect l="l" t="t" r="r" b="b"/>
            <a:pathLst>
              <a:path w="3527203" h="3345634">
                <a:moveTo>
                  <a:pt x="0" y="0"/>
                </a:moveTo>
                <a:lnTo>
                  <a:pt x="3527203" y="0"/>
                </a:lnTo>
                <a:lnTo>
                  <a:pt x="3527203" y="3345634"/>
                </a:lnTo>
                <a:lnTo>
                  <a:pt x="0" y="3345634"/>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US"/>
          </a:p>
        </p:txBody>
      </p:sp>
      <p:sp>
        <p:nvSpPr>
          <p:cNvPr id="9" name="Freeform 9"/>
          <p:cNvSpPr/>
          <p:nvPr/>
        </p:nvSpPr>
        <p:spPr>
          <a:xfrm>
            <a:off x="720730" y="-235271"/>
            <a:ext cx="3955616" cy="4233270"/>
          </a:xfrm>
          <a:custGeom>
            <a:avLst/>
            <a:gdLst/>
            <a:ahLst/>
            <a:cxnLst/>
            <a:rect l="l" t="t" r="r" b="b"/>
            <a:pathLst>
              <a:path w="3955616" h="4233270">
                <a:moveTo>
                  <a:pt x="0" y="0"/>
                </a:moveTo>
                <a:lnTo>
                  <a:pt x="3955616" y="0"/>
                </a:lnTo>
                <a:lnTo>
                  <a:pt x="3955616" y="4233269"/>
                </a:lnTo>
                <a:lnTo>
                  <a:pt x="0" y="4233269"/>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endParaRPr lang="en-US"/>
          </a:p>
        </p:txBody>
      </p:sp>
      <p:sp>
        <p:nvSpPr>
          <p:cNvPr id="10" name="Freeform 10"/>
          <p:cNvSpPr/>
          <p:nvPr/>
        </p:nvSpPr>
        <p:spPr>
          <a:xfrm>
            <a:off x="4191000" y="553442"/>
            <a:ext cx="14249400" cy="2189600"/>
          </a:xfrm>
          <a:custGeom>
            <a:avLst/>
            <a:gdLst/>
            <a:ahLst/>
            <a:cxnLst/>
            <a:rect l="l" t="t" r="r" b="b"/>
            <a:pathLst>
              <a:path w="14249400" h="2189600">
                <a:moveTo>
                  <a:pt x="0" y="0"/>
                </a:moveTo>
                <a:lnTo>
                  <a:pt x="14249400" y="0"/>
                </a:lnTo>
                <a:lnTo>
                  <a:pt x="14249400" y="2189600"/>
                </a:lnTo>
                <a:lnTo>
                  <a:pt x="0" y="2189600"/>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endParaRPr lang="en-US"/>
          </a:p>
        </p:txBody>
      </p:sp>
      <p:sp>
        <p:nvSpPr>
          <p:cNvPr id="11" name="Freeform 11"/>
          <p:cNvSpPr/>
          <p:nvPr/>
        </p:nvSpPr>
        <p:spPr>
          <a:xfrm>
            <a:off x="778428" y="5187346"/>
            <a:ext cx="3145850" cy="5861650"/>
          </a:xfrm>
          <a:custGeom>
            <a:avLst/>
            <a:gdLst/>
            <a:ahLst/>
            <a:cxnLst/>
            <a:rect l="l" t="t" r="r" b="b"/>
            <a:pathLst>
              <a:path w="3145850" h="5861650">
                <a:moveTo>
                  <a:pt x="0" y="0"/>
                </a:moveTo>
                <a:lnTo>
                  <a:pt x="3145850" y="0"/>
                </a:lnTo>
                <a:lnTo>
                  <a:pt x="3145850" y="5861650"/>
                </a:lnTo>
                <a:lnTo>
                  <a:pt x="0" y="5861650"/>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txBody>
          <a:bodyPr/>
          <a:lstStyle/>
          <a:p>
            <a:endParaRPr lang="en-US"/>
          </a:p>
        </p:txBody>
      </p:sp>
      <p:sp>
        <p:nvSpPr>
          <p:cNvPr id="12" name="TextBox 12"/>
          <p:cNvSpPr txBox="1"/>
          <p:nvPr/>
        </p:nvSpPr>
        <p:spPr>
          <a:xfrm>
            <a:off x="4676346" y="3588592"/>
            <a:ext cx="13413442" cy="5396044"/>
          </a:xfrm>
          <a:prstGeom prst="rect">
            <a:avLst/>
          </a:prstGeom>
        </p:spPr>
        <p:txBody>
          <a:bodyPr lIns="0" tIns="0" rIns="0" bIns="0" rtlCol="0" anchor="t">
            <a:spAutoFit/>
          </a:bodyPr>
          <a:lstStyle/>
          <a:p>
            <a:pPr algn="l">
              <a:lnSpc>
                <a:spcPts val="4668"/>
              </a:lnSpc>
            </a:pPr>
            <a:r>
              <a:rPr lang="en-US" sz="3890">
                <a:solidFill>
                  <a:srgbClr val="13394F"/>
                </a:solidFill>
                <a:latin typeface="Arial MT Pro"/>
                <a:ea typeface="Arial MT Pro"/>
                <a:cs typeface="Arial MT Pro"/>
                <a:sym typeface="Arial MT Pro"/>
              </a:rPr>
              <a:t>The purpose of the Flight Management System is to provide a reliable and efficient platform for managing flight operations and reservations. The system aims to simplify the booking process for users and enable administrators to manage flight and airport data effectively. It enhances user experience by offering fast access to flight information while ensuring data accuracy and system security.</a:t>
            </a:r>
          </a:p>
          <a:p>
            <a:pPr marL="1326954" lvl="1" indent="-663477" algn="l">
              <a:lnSpc>
                <a:spcPts val="4668"/>
              </a:lnSpc>
            </a:pPr>
            <a:endParaRPr lang="en-US" sz="3890">
              <a:solidFill>
                <a:srgbClr val="13394F"/>
              </a:solidFill>
              <a:latin typeface="Arial MT Pro"/>
              <a:ea typeface="Arial MT Pro"/>
              <a:cs typeface="Arial MT Pro"/>
              <a:sym typeface="Arial MT Pro"/>
            </a:endParaRPr>
          </a:p>
        </p:txBody>
      </p:sp>
      <p:grpSp>
        <p:nvGrpSpPr>
          <p:cNvPr id="13" name="Group 13"/>
          <p:cNvGrpSpPr/>
          <p:nvPr/>
        </p:nvGrpSpPr>
        <p:grpSpPr>
          <a:xfrm>
            <a:off x="6937229" y="1881364"/>
            <a:ext cx="4890678" cy="1238384"/>
            <a:chOff x="0" y="0"/>
            <a:chExt cx="5171064" cy="1309381"/>
          </a:xfrm>
        </p:grpSpPr>
        <p:sp>
          <p:nvSpPr>
            <p:cNvPr id="14" name="Freeform 14"/>
            <p:cNvSpPr/>
            <p:nvPr/>
          </p:nvSpPr>
          <p:spPr>
            <a:xfrm>
              <a:off x="0" y="0"/>
              <a:ext cx="5171039" cy="1309429"/>
            </a:xfrm>
            <a:custGeom>
              <a:avLst/>
              <a:gdLst/>
              <a:ahLst/>
              <a:cxnLst/>
              <a:rect l="l" t="t" r="r" b="b"/>
              <a:pathLst>
                <a:path w="5171039" h="1309429">
                  <a:moveTo>
                    <a:pt x="0" y="0"/>
                  </a:moveTo>
                  <a:lnTo>
                    <a:pt x="5171039" y="0"/>
                  </a:lnTo>
                  <a:lnTo>
                    <a:pt x="5171039" y="1309429"/>
                  </a:lnTo>
                  <a:lnTo>
                    <a:pt x="0" y="1309429"/>
                  </a:lnTo>
                  <a:close/>
                </a:path>
              </a:pathLst>
            </a:custGeom>
            <a:solidFill>
              <a:srgbClr val="FFFFFF">
                <a:alpha val="11765"/>
              </a:srgbClr>
            </a:solidFill>
          </p:spPr>
          <p:txBody>
            <a:bodyPr/>
            <a:lstStyle/>
            <a:p>
              <a:endParaRPr lang="en-US"/>
            </a:p>
          </p:txBody>
        </p:sp>
        <p:sp>
          <p:nvSpPr>
            <p:cNvPr id="15" name="TextBox 15"/>
            <p:cNvSpPr txBox="1"/>
            <p:nvPr/>
          </p:nvSpPr>
          <p:spPr>
            <a:xfrm>
              <a:off x="0" y="0"/>
              <a:ext cx="5171064" cy="1309381"/>
            </a:xfrm>
            <a:prstGeom prst="rect">
              <a:avLst/>
            </a:prstGeom>
          </p:spPr>
          <p:txBody>
            <a:bodyPr lIns="64061" tIns="64061" rIns="64061" bIns="64061" rtlCol="0" anchor="ctr"/>
            <a:lstStyle/>
            <a:p>
              <a:pPr algn="ctr">
                <a:lnSpc>
                  <a:spcPts val="6052"/>
                </a:lnSpc>
              </a:pPr>
              <a:r>
                <a:rPr lang="en-US" sz="5044">
                  <a:solidFill>
                    <a:srgbClr val="13394F"/>
                  </a:solidFill>
                  <a:latin typeface="Lexend Deca"/>
                  <a:ea typeface="Lexend Deca"/>
                  <a:cs typeface="Lexend Deca"/>
                  <a:sym typeface="Lexend Deca"/>
                </a:rPr>
                <a:t>1.3 Purpose</a:t>
              </a: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C8EAFF"/>
        </a:solidFill>
        <a:effectLst/>
      </p:bgPr>
    </p:bg>
    <p:spTree>
      <p:nvGrpSpPr>
        <p:cNvPr id="1" name=""/>
        <p:cNvGrpSpPr/>
        <p:nvPr/>
      </p:nvGrpSpPr>
      <p:grpSpPr>
        <a:xfrm>
          <a:off x="0" y="0"/>
          <a:ext cx="0" cy="0"/>
          <a:chOff x="0" y="0"/>
          <a:chExt cx="0" cy="0"/>
        </a:xfrm>
      </p:grpSpPr>
      <p:sp>
        <p:nvSpPr>
          <p:cNvPr id="2" name="Freeform 2"/>
          <p:cNvSpPr/>
          <p:nvPr/>
        </p:nvSpPr>
        <p:spPr>
          <a:xfrm>
            <a:off x="0" y="0"/>
            <a:ext cx="18288006" cy="10287002"/>
          </a:xfrm>
          <a:custGeom>
            <a:avLst/>
            <a:gdLst/>
            <a:ahLst/>
            <a:cxnLst/>
            <a:rect l="l" t="t" r="r" b="b"/>
            <a:pathLst>
              <a:path w="18288006" h="10287002">
                <a:moveTo>
                  <a:pt x="0" y="0"/>
                </a:moveTo>
                <a:lnTo>
                  <a:pt x="18288006" y="0"/>
                </a:lnTo>
                <a:lnTo>
                  <a:pt x="18288006" y="10287002"/>
                </a:lnTo>
                <a:lnTo>
                  <a:pt x="0" y="10287002"/>
                </a:lnTo>
                <a:lnTo>
                  <a:pt x="0" y="0"/>
                </a:lnTo>
                <a:close/>
              </a:path>
            </a:pathLst>
          </a:custGeom>
          <a:blipFill>
            <a:blip r:embed="rId3">
              <a:alphaModFix amt="57999"/>
            </a:blip>
            <a:stretch>
              <a:fillRect/>
            </a:stretch>
          </a:blipFill>
        </p:spPr>
        <p:txBody>
          <a:bodyPr/>
          <a:lstStyle/>
          <a:p>
            <a:endParaRPr lang="en-US"/>
          </a:p>
        </p:txBody>
      </p:sp>
      <p:sp>
        <p:nvSpPr>
          <p:cNvPr id="3" name="Freeform 3"/>
          <p:cNvSpPr/>
          <p:nvPr/>
        </p:nvSpPr>
        <p:spPr>
          <a:xfrm>
            <a:off x="9810750" y="-881544"/>
            <a:ext cx="10591798" cy="2661002"/>
          </a:xfrm>
          <a:custGeom>
            <a:avLst/>
            <a:gdLst/>
            <a:ahLst/>
            <a:cxnLst/>
            <a:rect l="l" t="t" r="r" b="b"/>
            <a:pathLst>
              <a:path w="10591798" h="2661002">
                <a:moveTo>
                  <a:pt x="0" y="0"/>
                </a:moveTo>
                <a:lnTo>
                  <a:pt x="10591798" y="0"/>
                </a:lnTo>
                <a:lnTo>
                  <a:pt x="10591798" y="2661002"/>
                </a:lnTo>
                <a:lnTo>
                  <a:pt x="0" y="2661002"/>
                </a:lnTo>
                <a:lnTo>
                  <a:pt x="0" y="0"/>
                </a:lnTo>
                <a:close/>
              </a:path>
            </a:pathLst>
          </a:custGeom>
          <a:blipFill>
            <a:blip r:embed="rId4"/>
            <a:stretch>
              <a:fillRect t="-35919" b="-35912"/>
            </a:stretch>
          </a:blipFill>
        </p:spPr>
        <p:txBody>
          <a:bodyPr/>
          <a:lstStyle/>
          <a:p>
            <a:endParaRPr lang="en-US"/>
          </a:p>
        </p:txBody>
      </p:sp>
      <p:sp>
        <p:nvSpPr>
          <p:cNvPr id="4" name="Freeform 4"/>
          <p:cNvSpPr/>
          <p:nvPr/>
        </p:nvSpPr>
        <p:spPr>
          <a:xfrm>
            <a:off x="6400800" y="8984636"/>
            <a:ext cx="12096750" cy="2254850"/>
          </a:xfrm>
          <a:custGeom>
            <a:avLst/>
            <a:gdLst/>
            <a:ahLst/>
            <a:cxnLst/>
            <a:rect l="l" t="t" r="r" b="b"/>
            <a:pathLst>
              <a:path w="12096750" h="2254850">
                <a:moveTo>
                  <a:pt x="0" y="0"/>
                </a:moveTo>
                <a:lnTo>
                  <a:pt x="12096750" y="0"/>
                </a:lnTo>
                <a:lnTo>
                  <a:pt x="12096750" y="2254850"/>
                </a:lnTo>
                <a:lnTo>
                  <a:pt x="0" y="225485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sp>
        <p:nvSpPr>
          <p:cNvPr id="5" name="Freeform 5"/>
          <p:cNvSpPr/>
          <p:nvPr/>
        </p:nvSpPr>
        <p:spPr>
          <a:xfrm>
            <a:off x="-3486148" y="3630554"/>
            <a:ext cx="10591798" cy="4503776"/>
          </a:xfrm>
          <a:custGeom>
            <a:avLst/>
            <a:gdLst/>
            <a:ahLst/>
            <a:cxnLst/>
            <a:rect l="l" t="t" r="r" b="b"/>
            <a:pathLst>
              <a:path w="10591798" h="4503776">
                <a:moveTo>
                  <a:pt x="0" y="0"/>
                </a:moveTo>
                <a:lnTo>
                  <a:pt x="10591798" y="0"/>
                </a:lnTo>
                <a:lnTo>
                  <a:pt x="10591798" y="4503776"/>
                </a:lnTo>
                <a:lnTo>
                  <a:pt x="0" y="4503776"/>
                </a:lnTo>
                <a:lnTo>
                  <a:pt x="0" y="0"/>
                </a:lnTo>
                <a:close/>
              </a:path>
            </a:pathLst>
          </a:custGeom>
          <a:blipFill>
            <a:blip r:embed="rId7"/>
            <a:stretch>
              <a:fillRect/>
            </a:stretch>
          </a:blipFill>
        </p:spPr>
        <p:txBody>
          <a:bodyPr/>
          <a:lstStyle/>
          <a:p>
            <a:endParaRPr lang="en-US"/>
          </a:p>
        </p:txBody>
      </p:sp>
      <p:sp>
        <p:nvSpPr>
          <p:cNvPr id="6" name="Freeform 6"/>
          <p:cNvSpPr/>
          <p:nvPr/>
        </p:nvSpPr>
        <p:spPr>
          <a:xfrm>
            <a:off x="3219450" y="7924800"/>
            <a:ext cx="9296396" cy="3518900"/>
          </a:xfrm>
          <a:custGeom>
            <a:avLst/>
            <a:gdLst/>
            <a:ahLst/>
            <a:cxnLst/>
            <a:rect l="l" t="t" r="r" b="b"/>
            <a:pathLst>
              <a:path w="9296396" h="3518900">
                <a:moveTo>
                  <a:pt x="0" y="0"/>
                </a:moveTo>
                <a:lnTo>
                  <a:pt x="9296396" y="0"/>
                </a:lnTo>
                <a:lnTo>
                  <a:pt x="9296396" y="3518900"/>
                </a:lnTo>
                <a:lnTo>
                  <a:pt x="0" y="3518900"/>
                </a:lnTo>
                <a:lnTo>
                  <a:pt x="0" y="0"/>
                </a:lnTo>
                <a:close/>
              </a:path>
            </a:pathLst>
          </a:custGeom>
          <a:blipFill>
            <a:blip r:embed="rId8"/>
            <a:stretch>
              <a:fillRect l="-6969" t="-23499" r="-6967" b="-23499"/>
            </a:stretch>
          </a:blipFill>
        </p:spPr>
        <p:txBody>
          <a:bodyPr/>
          <a:lstStyle/>
          <a:p>
            <a:endParaRPr lang="en-US"/>
          </a:p>
        </p:txBody>
      </p:sp>
      <p:sp>
        <p:nvSpPr>
          <p:cNvPr id="7" name="Freeform 7"/>
          <p:cNvSpPr/>
          <p:nvPr/>
        </p:nvSpPr>
        <p:spPr>
          <a:xfrm>
            <a:off x="-2876548" y="-966280"/>
            <a:ext cx="10591796" cy="4814492"/>
          </a:xfrm>
          <a:custGeom>
            <a:avLst/>
            <a:gdLst/>
            <a:ahLst/>
            <a:cxnLst/>
            <a:rect l="l" t="t" r="r" b="b"/>
            <a:pathLst>
              <a:path w="10591796" h="4814492">
                <a:moveTo>
                  <a:pt x="0" y="0"/>
                </a:moveTo>
                <a:lnTo>
                  <a:pt x="10591796" y="0"/>
                </a:lnTo>
                <a:lnTo>
                  <a:pt x="10591796" y="4814492"/>
                </a:lnTo>
                <a:lnTo>
                  <a:pt x="0" y="4814492"/>
                </a:lnTo>
                <a:lnTo>
                  <a:pt x="0" y="0"/>
                </a:lnTo>
                <a:close/>
              </a:path>
            </a:pathLst>
          </a:custGeom>
          <a:blipFill>
            <a:blip r:embed="rId9"/>
            <a:stretch>
              <a:fillRect/>
            </a:stretch>
          </a:blipFill>
        </p:spPr>
        <p:txBody>
          <a:bodyPr/>
          <a:lstStyle/>
          <a:p>
            <a:endParaRPr lang="en-US"/>
          </a:p>
        </p:txBody>
      </p:sp>
      <p:sp>
        <p:nvSpPr>
          <p:cNvPr id="8" name="Freeform 8"/>
          <p:cNvSpPr/>
          <p:nvPr/>
        </p:nvSpPr>
        <p:spPr>
          <a:xfrm>
            <a:off x="778428" y="6941368"/>
            <a:ext cx="3527203" cy="3345634"/>
          </a:xfrm>
          <a:custGeom>
            <a:avLst/>
            <a:gdLst/>
            <a:ahLst/>
            <a:cxnLst/>
            <a:rect l="l" t="t" r="r" b="b"/>
            <a:pathLst>
              <a:path w="3527203" h="3345634">
                <a:moveTo>
                  <a:pt x="0" y="0"/>
                </a:moveTo>
                <a:lnTo>
                  <a:pt x="3527203" y="0"/>
                </a:lnTo>
                <a:lnTo>
                  <a:pt x="3527203" y="3345634"/>
                </a:lnTo>
                <a:lnTo>
                  <a:pt x="0" y="3345634"/>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US"/>
          </a:p>
        </p:txBody>
      </p:sp>
      <p:sp>
        <p:nvSpPr>
          <p:cNvPr id="9" name="Freeform 9"/>
          <p:cNvSpPr/>
          <p:nvPr/>
        </p:nvSpPr>
        <p:spPr>
          <a:xfrm>
            <a:off x="720730" y="-235271"/>
            <a:ext cx="3955616" cy="4233270"/>
          </a:xfrm>
          <a:custGeom>
            <a:avLst/>
            <a:gdLst/>
            <a:ahLst/>
            <a:cxnLst/>
            <a:rect l="l" t="t" r="r" b="b"/>
            <a:pathLst>
              <a:path w="3955616" h="4233270">
                <a:moveTo>
                  <a:pt x="0" y="0"/>
                </a:moveTo>
                <a:lnTo>
                  <a:pt x="3955616" y="0"/>
                </a:lnTo>
                <a:lnTo>
                  <a:pt x="3955616" y="4233269"/>
                </a:lnTo>
                <a:lnTo>
                  <a:pt x="0" y="4233269"/>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endParaRPr lang="en-US"/>
          </a:p>
        </p:txBody>
      </p:sp>
      <p:sp>
        <p:nvSpPr>
          <p:cNvPr id="10" name="Freeform 10"/>
          <p:cNvSpPr/>
          <p:nvPr/>
        </p:nvSpPr>
        <p:spPr>
          <a:xfrm>
            <a:off x="4191000" y="553442"/>
            <a:ext cx="14249400" cy="2189600"/>
          </a:xfrm>
          <a:custGeom>
            <a:avLst/>
            <a:gdLst/>
            <a:ahLst/>
            <a:cxnLst/>
            <a:rect l="l" t="t" r="r" b="b"/>
            <a:pathLst>
              <a:path w="14249400" h="2189600">
                <a:moveTo>
                  <a:pt x="0" y="0"/>
                </a:moveTo>
                <a:lnTo>
                  <a:pt x="14249400" y="0"/>
                </a:lnTo>
                <a:lnTo>
                  <a:pt x="14249400" y="2189600"/>
                </a:lnTo>
                <a:lnTo>
                  <a:pt x="0" y="2189600"/>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endParaRPr lang="en-US"/>
          </a:p>
        </p:txBody>
      </p:sp>
      <p:sp>
        <p:nvSpPr>
          <p:cNvPr id="11" name="Freeform 11"/>
          <p:cNvSpPr/>
          <p:nvPr/>
        </p:nvSpPr>
        <p:spPr>
          <a:xfrm>
            <a:off x="778428" y="5187346"/>
            <a:ext cx="3145850" cy="5861650"/>
          </a:xfrm>
          <a:custGeom>
            <a:avLst/>
            <a:gdLst/>
            <a:ahLst/>
            <a:cxnLst/>
            <a:rect l="l" t="t" r="r" b="b"/>
            <a:pathLst>
              <a:path w="3145850" h="5861650">
                <a:moveTo>
                  <a:pt x="0" y="0"/>
                </a:moveTo>
                <a:lnTo>
                  <a:pt x="3145850" y="0"/>
                </a:lnTo>
                <a:lnTo>
                  <a:pt x="3145850" y="5861650"/>
                </a:lnTo>
                <a:lnTo>
                  <a:pt x="0" y="5861650"/>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txBody>
          <a:bodyPr/>
          <a:lstStyle/>
          <a:p>
            <a:endParaRPr lang="en-US"/>
          </a:p>
        </p:txBody>
      </p:sp>
      <p:sp>
        <p:nvSpPr>
          <p:cNvPr id="12" name="TextBox 12"/>
          <p:cNvSpPr txBox="1"/>
          <p:nvPr/>
        </p:nvSpPr>
        <p:spPr>
          <a:xfrm>
            <a:off x="4835851" y="3258551"/>
            <a:ext cx="13604549" cy="7279908"/>
          </a:xfrm>
          <a:prstGeom prst="rect">
            <a:avLst/>
          </a:prstGeom>
        </p:spPr>
        <p:txBody>
          <a:bodyPr lIns="0" tIns="0" rIns="0" bIns="0" rtlCol="0" anchor="t">
            <a:spAutoFit/>
          </a:bodyPr>
          <a:lstStyle/>
          <a:p>
            <a:pPr algn="l">
              <a:lnSpc>
                <a:spcPts val="4734"/>
              </a:lnSpc>
            </a:pPr>
            <a:r>
              <a:rPr lang="en-US" sz="3945">
                <a:solidFill>
                  <a:srgbClr val="13394F"/>
                </a:solidFill>
                <a:latin typeface="Arial MT Pro"/>
                <a:ea typeface="Arial MT Pro"/>
                <a:cs typeface="Arial MT Pro"/>
                <a:sym typeface="Arial MT Pro"/>
              </a:rPr>
              <a:t>The scope of the Flight Management System includes:</a:t>
            </a:r>
          </a:p>
          <a:p>
            <a:pPr marL="1345501" lvl="1" indent="-672751" algn="l">
              <a:lnSpc>
                <a:spcPts val="4734"/>
              </a:lnSpc>
              <a:buFont typeface="Arial"/>
              <a:buChar char="•"/>
            </a:pPr>
            <a:r>
              <a:rPr lang="en-US" sz="3945">
                <a:solidFill>
                  <a:srgbClr val="13394F"/>
                </a:solidFill>
                <a:latin typeface="Arial MT Pro"/>
                <a:ea typeface="Arial MT Pro"/>
                <a:cs typeface="Arial MT Pro"/>
                <a:sym typeface="Arial MT Pro"/>
              </a:rPr>
              <a:t>User registration and authentication</a:t>
            </a:r>
          </a:p>
          <a:p>
            <a:pPr marL="1345501" lvl="1" indent="-672751" algn="l">
              <a:lnSpc>
                <a:spcPts val="4734"/>
              </a:lnSpc>
              <a:buFont typeface="Arial"/>
              <a:buChar char="•"/>
            </a:pPr>
            <a:r>
              <a:rPr lang="en-US" sz="3945">
                <a:solidFill>
                  <a:srgbClr val="13394F"/>
                </a:solidFill>
                <a:latin typeface="Arial MT Pro"/>
                <a:ea typeface="Arial MT Pro"/>
                <a:cs typeface="Arial MT Pro"/>
                <a:sym typeface="Arial MT Pro"/>
              </a:rPr>
              <a:t>Flight search and booking functionality</a:t>
            </a:r>
          </a:p>
          <a:p>
            <a:pPr marL="1345501" lvl="1" indent="-672751" algn="l">
              <a:lnSpc>
                <a:spcPts val="4734"/>
              </a:lnSpc>
              <a:buFont typeface="Arial"/>
              <a:buChar char="•"/>
            </a:pPr>
            <a:r>
              <a:rPr lang="en-US" sz="3945">
                <a:solidFill>
                  <a:srgbClr val="13394F"/>
                </a:solidFill>
                <a:latin typeface="Arial MT Pro"/>
                <a:ea typeface="Arial MT Pro"/>
                <a:cs typeface="Arial MT Pro"/>
                <a:sym typeface="Arial MT Pro"/>
              </a:rPr>
              <a:t>Viewing and managing booked flights</a:t>
            </a:r>
          </a:p>
          <a:p>
            <a:pPr marL="1345501" lvl="1" indent="-672751" algn="l">
              <a:lnSpc>
                <a:spcPts val="4734"/>
              </a:lnSpc>
              <a:buFont typeface="Arial"/>
              <a:buChar char="•"/>
            </a:pPr>
            <a:r>
              <a:rPr lang="en-US" sz="3945">
                <a:solidFill>
                  <a:srgbClr val="13394F"/>
                </a:solidFill>
                <a:latin typeface="Arial MT Pro"/>
                <a:ea typeface="Arial MT Pro"/>
                <a:cs typeface="Arial MT Pro"/>
                <a:sym typeface="Arial MT Pro"/>
              </a:rPr>
              <a:t>User and admin account management</a:t>
            </a:r>
          </a:p>
          <a:p>
            <a:pPr marL="1345501" lvl="1" indent="-672751" algn="l">
              <a:lnSpc>
                <a:spcPts val="4734"/>
              </a:lnSpc>
              <a:buFont typeface="Arial"/>
              <a:buChar char="•"/>
            </a:pPr>
            <a:r>
              <a:rPr lang="en-US" sz="3945">
                <a:solidFill>
                  <a:srgbClr val="13394F"/>
                </a:solidFill>
                <a:latin typeface="Arial MT Pro"/>
                <a:ea typeface="Arial MT Pro"/>
                <a:cs typeface="Arial MT Pro"/>
                <a:sym typeface="Arial MT Pro"/>
              </a:rPr>
              <a:t>Admin control over flight and airport management</a:t>
            </a:r>
          </a:p>
          <a:p>
            <a:pPr marL="1345501" lvl="1" indent="-672751" algn="l">
              <a:lnSpc>
                <a:spcPts val="4734"/>
              </a:lnSpc>
              <a:buFont typeface="Arial"/>
              <a:buChar char="•"/>
            </a:pPr>
            <a:r>
              <a:rPr lang="en-US" sz="3945">
                <a:solidFill>
                  <a:srgbClr val="13394F"/>
                </a:solidFill>
                <a:latin typeface="Arial MT Pro"/>
                <a:ea typeface="Arial MT Pro"/>
                <a:cs typeface="Arial MT Pro"/>
                <a:sym typeface="Arial MT Pro"/>
              </a:rPr>
              <a:t>Secure handling of user and flight data</a:t>
            </a:r>
          </a:p>
          <a:p>
            <a:pPr algn="l">
              <a:lnSpc>
                <a:spcPts val="4734"/>
              </a:lnSpc>
            </a:pPr>
            <a:endParaRPr lang="en-US" sz="3945">
              <a:solidFill>
                <a:srgbClr val="13394F"/>
              </a:solidFill>
              <a:latin typeface="Arial MT Pro"/>
              <a:ea typeface="Arial MT Pro"/>
              <a:cs typeface="Arial MT Pro"/>
              <a:sym typeface="Arial MT Pro"/>
            </a:endParaRPr>
          </a:p>
          <a:p>
            <a:pPr algn="l">
              <a:lnSpc>
                <a:spcPts val="4734"/>
              </a:lnSpc>
            </a:pPr>
            <a:r>
              <a:rPr lang="en-US" sz="3945">
                <a:solidFill>
                  <a:srgbClr val="13394F"/>
                </a:solidFill>
                <a:latin typeface="Arial MT Pro"/>
                <a:ea typeface="Arial MT Pro"/>
                <a:cs typeface="Arial MT Pro"/>
                <a:sym typeface="Arial MT Pro"/>
              </a:rPr>
              <a:t>The system does not include online payment processing or flight cancellation features in its current version but can be extended in future releases.</a:t>
            </a:r>
          </a:p>
          <a:p>
            <a:pPr marL="1345859" lvl="1" indent="-672930" algn="l">
              <a:lnSpc>
                <a:spcPts val="4734"/>
              </a:lnSpc>
            </a:pPr>
            <a:endParaRPr lang="en-US" sz="3945">
              <a:solidFill>
                <a:srgbClr val="13394F"/>
              </a:solidFill>
              <a:latin typeface="Arial MT Pro"/>
              <a:ea typeface="Arial MT Pro"/>
              <a:cs typeface="Arial MT Pro"/>
              <a:sym typeface="Arial MT Pro"/>
            </a:endParaRPr>
          </a:p>
        </p:txBody>
      </p:sp>
      <p:grpSp>
        <p:nvGrpSpPr>
          <p:cNvPr id="13" name="Group 13"/>
          <p:cNvGrpSpPr/>
          <p:nvPr/>
        </p:nvGrpSpPr>
        <p:grpSpPr>
          <a:xfrm>
            <a:off x="7019895" y="1816946"/>
            <a:ext cx="4485074" cy="1202678"/>
            <a:chOff x="0" y="0"/>
            <a:chExt cx="4882996" cy="1309381"/>
          </a:xfrm>
        </p:grpSpPr>
        <p:sp>
          <p:nvSpPr>
            <p:cNvPr id="14" name="Freeform 14"/>
            <p:cNvSpPr/>
            <p:nvPr/>
          </p:nvSpPr>
          <p:spPr>
            <a:xfrm>
              <a:off x="0" y="0"/>
              <a:ext cx="4882973" cy="1309429"/>
            </a:xfrm>
            <a:custGeom>
              <a:avLst/>
              <a:gdLst/>
              <a:ahLst/>
              <a:cxnLst/>
              <a:rect l="l" t="t" r="r" b="b"/>
              <a:pathLst>
                <a:path w="4882973" h="1309429">
                  <a:moveTo>
                    <a:pt x="0" y="0"/>
                  </a:moveTo>
                  <a:lnTo>
                    <a:pt x="4882973" y="0"/>
                  </a:lnTo>
                  <a:lnTo>
                    <a:pt x="4882973" y="1309429"/>
                  </a:lnTo>
                  <a:lnTo>
                    <a:pt x="0" y="1309429"/>
                  </a:lnTo>
                  <a:close/>
                </a:path>
              </a:pathLst>
            </a:custGeom>
            <a:solidFill>
              <a:srgbClr val="FFFFFF">
                <a:alpha val="11765"/>
              </a:srgbClr>
            </a:solidFill>
          </p:spPr>
          <p:txBody>
            <a:bodyPr/>
            <a:lstStyle/>
            <a:p>
              <a:endParaRPr lang="en-US"/>
            </a:p>
          </p:txBody>
        </p:sp>
        <p:sp>
          <p:nvSpPr>
            <p:cNvPr id="15" name="TextBox 15"/>
            <p:cNvSpPr txBox="1"/>
            <p:nvPr/>
          </p:nvSpPr>
          <p:spPr>
            <a:xfrm>
              <a:off x="0" y="0"/>
              <a:ext cx="4882996" cy="1309381"/>
            </a:xfrm>
            <a:prstGeom prst="rect">
              <a:avLst/>
            </a:prstGeom>
          </p:spPr>
          <p:txBody>
            <a:bodyPr lIns="62214" tIns="62214" rIns="62214" bIns="62214" rtlCol="0" anchor="ctr"/>
            <a:lstStyle/>
            <a:p>
              <a:pPr algn="ctr">
                <a:lnSpc>
                  <a:spcPts val="5878"/>
                </a:lnSpc>
              </a:pPr>
              <a:r>
                <a:rPr lang="en-US" sz="4898">
                  <a:solidFill>
                    <a:srgbClr val="13394F"/>
                  </a:solidFill>
                  <a:latin typeface="Lexend Deca"/>
                  <a:ea typeface="Lexend Deca"/>
                  <a:cs typeface="Lexend Deca"/>
                  <a:sym typeface="Lexend Deca"/>
                </a:rPr>
                <a:t>1.4 Scope</a:t>
              </a: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C8EAFF"/>
        </a:solidFill>
        <a:effectLst/>
      </p:bgPr>
    </p:bg>
    <p:spTree>
      <p:nvGrpSpPr>
        <p:cNvPr id="1" name=""/>
        <p:cNvGrpSpPr/>
        <p:nvPr/>
      </p:nvGrpSpPr>
      <p:grpSpPr>
        <a:xfrm>
          <a:off x="0" y="0"/>
          <a:ext cx="0" cy="0"/>
          <a:chOff x="0" y="0"/>
          <a:chExt cx="0" cy="0"/>
        </a:xfrm>
      </p:grpSpPr>
      <p:sp>
        <p:nvSpPr>
          <p:cNvPr id="2" name="Freeform 2"/>
          <p:cNvSpPr/>
          <p:nvPr/>
        </p:nvSpPr>
        <p:spPr>
          <a:xfrm>
            <a:off x="0" y="0"/>
            <a:ext cx="18288006" cy="10287002"/>
          </a:xfrm>
          <a:custGeom>
            <a:avLst/>
            <a:gdLst/>
            <a:ahLst/>
            <a:cxnLst/>
            <a:rect l="l" t="t" r="r" b="b"/>
            <a:pathLst>
              <a:path w="18288006" h="10287002">
                <a:moveTo>
                  <a:pt x="0" y="0"/>
                </a:moveTo>
                <a:lnTo>
                  <a:pt x="18288006" y="0"/>
                </a:lnTo>
                <a:lnTo>
                  <a:pt x="18288006" y="10287002"/>
                </a:lnTo>
                <a:lnTo>
                  <a:pt x="0" y="10287002"/>
                </a:lnTo>
                <a:lnTo>
                  <a:pt x="0" y="0"/>
                </a:lnTo>
                <a:close/>
              </a:path>
            </a:pathLst>
          </a:custGeom>
          <a:blipFill>
            <a:blip r:embed="rId3">
              <a:alphaModFix amt="57999"/>
            </a:blip>
            <a:stretch>
              <a:fillRect/>
            </a:stretch>
          </a:blipFill>
        </p:spPr>
        <p:txBody>
          <a:bodyPr/>
          <a:lstStyle/>
          <a:p>
            <a:endParaRPr lang="en-US"/>
          </a:p>
        </p:txBody>
      </p:sp>
      <p:sp>
        <p:nvSpPr>
          <p:cNvPr id="3" name="Freeform 3"/>
          <p:cNvSpPr/>
          <p:nvPr/>
        </p:nvSpPr>
        <p:spPr>
          <a:xfrm>
            <a:off x="-3752848" y="1672294"/>
            <a:ext cx="10591802" cy="4732396"/>
          </a:xfrm>
          <a:custGeom>
            <a:avLst/>
            <a:gdLst/>
            <a:ahLst/>
            <a:cxnLst/>
            <a:rect l="l" t="t" r="r" b="b"/>
            <a:pathLst>
              <a:path w="10591802" h="4732396">
                <a:moveTo>
                  <a:pt x="0" y="0"/>
                </a:moveTo>
                <a:lnTo>
                  <a:pt x="10591802" y="0"/>
                </a:lnTo>
                <a:lnTo>
                  <a:pt x="10591802" y="4732396"/>
                </a:lnTo>
                <a:lnTo>
                  <a:pt x="0" y="4732396"/>
                </a:lnTo>
                <a:lnTo>
                  <a:pt x="0" y="0"/>
                </a:lnTo>
                <a:close/>
              </a:path>
            </a:pathLst>
          </a:custGeom>
          <a:blipFill>
            <a:blip r:embed="rId4"/>
            <a:stretch>
              <a:fillRect/>
            </a:stretch>
          </a:blipFill>
        </p:spPr>
        <p:txBody>
          <a:bodyPr/>
          <a:lstStyle/>
          <a:p>
            <a:endParaRPr lang="en-US"/>
          </a:p>
        </p:txBody>
      </p:sp>
      <p:sp>
        <p:nvSpPr>
          <p:cNvPr id="4" name="Freeform 4"/>
          <p:cNvSpPr/>
          <p:nvPr/>
        </p:nvSpPr>
        <p:spPr>
          <a:xfrm>
            <a:off x="11451352" y="-650896"/>
            <a:ext cx="10591798" cy="4503776"/>
          </a:xfrm>
          <a:custGeom>
            <a:avLst/>
            <a:gdLst/>
            <a:ahLst/>
            <a:cxnLst/>
            <a:rect l="l" t="t" r="r" b="b"/>
            <a:pathLst>
              <a:path w="10591798" h="4503776">
                <a:moveTo>
                  <a:pt x="0" y="0"/>
                </a:moveTo>
                <a:lnTo>
                  <a:pt x="10591798" y="0"/>
                </a:lnTo>
                <a:lnTo>
                  <a:pt x="10591798" y="4503776"/>
                </a:lnTo>
                <a:lnTo>
                  <a:pt x="0" y="4503776"/>
                </a:lnTo>
                <a:lnTo>
                  <a:pt x="0" y="0"/>
                </a:lnTo>
                <a:close/>
              </a:path>
            </a:pathLst>
          </a:custGeom>
          <a:blipFill>
            <a:blip r:embed="rId5"/>
            <a:stretch>
              <a:fillRect/>
            </a:stretch>
          </a:blipFill>
        </p:spPr>
        <p:txBody>
          <a:bodyPr/>
          <a:lstStyle/>
          <a:p>
            <a:endParaRPr lang="en-US"/>
          </a:p>
        </p:txBody>
      </p:sp>
      <p:sp>
        <p:nvSpPr>
          <p:cNvPr id="5" name="Freeform 5"/>
          <p:cNvSpPr/>
          <p:nvPr/>
        </p:nvSpPr>
        <p:spPr>
          <a:xfrm>
            <a:off x="2990852" y="-650880"/>
            <a:ext cx="10591796" cy="4814492"/>
          </a:xfrm>
          <a:custGeom>
            <a:avLst/>
            <a:gdLst/>
            <a:ahLst/>
            <a:cxnLst/>
            <a:rect l="l" t="t" r="r" b="b"/>
            <a:pathLst>
              <a:path w="10591796" h="4814492">
                <a:moveTo>
                  <a:pt x="0" y="0"/>
                </a:moveTo>
                <a:lnTo>
                  <a:pt x="10591796" y="0"/>
                </a:lnTo>
                <a:lnTo>
                  <a:pt x="10591796" y="4814492"/>
                </a:lnTo>
                <a:lnTo>
                  <a:pt x="0" y="4814492"/>
                </a:lnTo>
                <a:lnTo>
                  <a:pt x="0" y="0"/>
                </a:lnTo>
                <a:close/>
              </a:path>
            </a:pathLst>
          </a:custGeom>
          <a:blipFill>
            <a:blip r:embed="rId6"/>
            <a:stretch>
              <a:fillRect/>
            </a:stretch>
          </a:blipFill>
        </p:spPr>
        <p:txBody>
          <a:bodyPr/>
          <a:lstStyle/>
          <a:p>
            <a:endParaRPr lang="en-US"/>
          </a:p>
        </p:txBody>
      </p:sp>
      <p:sp>
        <p:nvSpPr>
          <p:cNvPr id="6" name="Freeform 6"/>
          <p:cNvSpPr/>
          <p:nvPr/>
        </p:nvSpPr>
        <p:spPr>
          <a:xfrm>
            <a:off x="-3162298" y="6404712"/>
            <a:ext cx="10591798" cy="5081356"/>
          </a:xfrm>
          <a:custGeom>
            <a:avLst/>
            <a:gdLst/>
            <a:ahLst/>
            <a:cxnLst/>
            <a:rect l="l" t="t" r="r" b="b"/>
            <a:pathLst>
              <a:path w="10591798" h="5081356">
                <a:moveTo>
                  <a:pt x="0" y="0"/>
                </a:moveTo>
                <a:lnTo>
                  <a:pt x="10591798" y="0"/>
                </a:lnTo>
                <a:lnTo>
                  <a:pt x="10591798" y="5081356"/>
                </a:lnTo>
                <a:lnTo>
                  <a:pt x="0" y="5081356"/>
                </a:lnTo>
                <a:lnTo>
                  <a:pt x="0" y="0"/>
                </a:lnTo>
                <a:close/>
              </a:path>
            </a:pathLst>
          </a:custGeom>
          <a:blipFill>
            <a:blip r:embed="rId7"/>
            <a:stretch>
              <a:fillRect/>
            </a:stretch>
          </a:blipFill>
        </p:spPr>
        <p:txBody>
          <a:bodyPr/>
          <a:lstStyle/>
          <a:p>
            <a:endParaRPr lang="en-US"/>
          </a:p>
        </p:txBody>
      </p:sp>
      <p:sp>
        <p:nvSpPr>
          <p:cNvPr id="7" name="TextBox 7"/>
          <p:cNvSpPr txBox="1"/>
          <p:nvPr/>
        </p:nvSpPr>
        <p:spPr>
          <a:xfrm>
            <a:off x="3693204" y="6439700"/>
            <a:ext cx="13076871" cy="1847850"/>
          </a:xfrm>
          <a:prstGeom prst="rect">
            <a:avLst/>
          </a:prstGeom>
        </p:spPr>
        <p:txBody>
          <a:bodyPr lIns="0" tIns="0" rIns="0" bIns="0" rtlCol="0" anchor="t">
            <a:spAutoFit/>
          </a:bodyPr>
          <a:lstStyle/>
          <a:p>
            <a:pPr algn="r">
              <a:lnSpc>
                <a:spcPts val="14400"/>
              </a:lnSpc>
            </a:pPr>
            <a:r>
              <a:rPr lang="en-US" sz="12000">
                <a:solidFill>
                  <a:srgbClr val="13394F"/>
                </a:solidFill>
                <a:latin typeface="Bebas Neue"/>
                <a:ea typeface="Bebas Neue"/>
                <a:cs typeface="Bebas Neue"/>
                <a:sym typeface="Bebas Neue"/>
              </a:rPr>
              <a:t>objectives</a:t>
            </a:r>
          </a:p>
        </p:txBody>
      </p:sp>
      <p:sp>
        <p:nvSpPr>
          <p:cNvPr id="8" name="TextBox 8"/>
          <p:cNvSpPr txBox="1"/>
          <p:nvPr/>
        </p:nvSpPr>
        <p:spPr>
          <a:xfrm>
            <a:off x="15160700" y="4661250"/>
            <a:ext cx="1618950" cy="1847850"/>
          </a:xfrm>
          <a:prstGeom prst="rect">
            <a:avLst/>
          </a:prstGeom>
        </p:spPr>
        <p:txBody>
          <a:bodyPr lIns="0" tIns="0" rIns="0" bIns="0" rtlCol="0" anchor="t">
            <a:spAutoFit/>
          </a:bodyPr>
          <a:lstStyle/>
          <a:p>
            <a:pPr algn="ctr">
              <a:lnSpc>
                <a:spcPts val="14400"/>
              </a:lnSpc>
            </a:pPr>
            <a:r>
              <a:rPr lang="en-US" sz="12000">
                <a:solidFill>
                  <a:srgbClr val="13394F"/>
                </a:solidFill>
                <a:latin typeface="Bebas Neue"/>
                <a:ea typeface="Bebas Neue"/>
                <a:cs typeface="Bebas Neue"/>
                <a:sym typeface="Bebas Neue"/>
              </a:rPr>
              <a:t>02</a:t>
            </a:r>
          </a:p>
        </p:txBody>
      </p:sp>
      <p:grpSp>
        <p:nvGrpSpPr>
          <p:cNvPr id="9" name="Group 9"/>
          <p:cNvGrpSpPr/>
          <p:nvPr/>
        </p:nvGrpSpPr>
        <p:grpSpPr>
          <a:xfrm>
            <a:off x="11301227" y="8341600"/>
            <a:ext cx="5560273" cy="866400"/>
            <a:chOff x="0" y="0"/>
            <a:chExt cx="7413698" cy="1155200"/>
          </a:xfrm>
        </p:grpSpPr>
        <p:sp>
          <p:nvSpPr>
            <p:cNvPr id="10" name="Freeform 10"/>
            <p:cNvSpPr/>
            <p:nvPr/>
          </p:nvSpPr>
          <p:spPr>
            <a:xfrm>
              <a:off x="0" y="0"/>
              <a:ext cx="7413746" cy="1155192"/>
            </a:xfrm>
            <a:custGeom>
              <a:avLst/>
              <a:gdLst/>
              <a:ahLst/>
              <a:cxnLst/>
              <a:rect l="l" t="t" r="r" b="b"/>
              <a:pathLst>
                <a:path w="7413746" h="1155192">
                  <a:moveTo>
                    <a:pt x="0" y="0"/>
                  </a:moveTo>
                  <a:lnTo>
                    <a:pt x="7413746" y="0"/>
                  </a:lnTo>
                  <a:lnTo>
                    <a:pt x="7413746" y="1155192"/>
                  </a:lnTo>
                  <a:lnTo>
                    <a:pt x="0" y="1155192"/>
                  </a:lnTo>
                  <a:close/>
                </a:path>
              </a:pathLst>
            </a:custGeom>
            <a:solidFill>
              <a:srgbClr val="FFFFFF">
                <a:alpha val="11765"/>
              </a:srgbClr>
            </a:solidFill>
          </p:spPr>
          <p:txBody>
            <a:bodyPr/>
            <a:lstStyle/>
            <a:p>
              <a:endParaRPr lang="en-US"/>
            </a:p>
          </p:txBody>
        </p:sp>
        <p:sp>
          <p:nvSpPr>
            <p:cNvPr id="11" name="TextBox 11"/>
            <p:cNvSpPr txBox="1"/>
            <p:nvPr/>
          </p:nvSpPr>
          <p:spPr>
            <a:xfrm>
              <a:off x="0" y="9525"/>
              <a:ext cx="7413698" cy="1145675"/>
            </a:xfrm>
            <a:prstGeom prst="rect">
              <a:avLst/>
            </a:prstGeom>
          </p:spPr>
          <p:txBody>
            <a:bodyPr lIns="50800" tIns="50800" rIns="50800" bIns="50800" rtlCol="0" anchor="t"/>
            <a:lstStyle/>
            <a:p>
              <a:pPr algn="r">
                <a:lnSpc>
                  <a:spcPts val="3840"/>
                </a:lnSpc>
              </a:pPr>
              <a:r>
                <a:rPr lang="en-US" sz="3200">
                  <a:solidFill>
                    <a:srgbClr val="13394F"/>
                  </a:solidFill>
                  <a:latin typeface="Lexend Deca"/>
                  <a:ea typeface="Lexend Deca"/>
                  <a:cs typeface="Lexend Deca"/>
                  <a:sym typeface="Lexend Deca"/>
                </a:rPr>
                <a:t>Problem Definitions - Goals</a:t>
              </a:r>
            </a:p>
          </p:txBody>
        </p:sp>
      </p:grpSp>
      <p:sp>
        <p:nvSpPr>
          <p:cNvPr id="12" name="Freeform 12"/>
          <p:cNvSpPr/>
          <p:nvPr/>
        </p:nvSpPr>
        <p:spPr>
          <a:xfrm>
            <a:off x="8303506" y="2822886"/>
            <a:ext cx="3527203" cy="3345634"/>
          </a:xfrm>
          <a:custGeom>
            <a:avLst/>
            <a:gdLst/>
            <a:ahLst/>
            <a:cxnLst/>
            <a:rect l="l" t="t" r="r" b="b"/>
            <a:pathLst>
              <a:path w="3527203" h="3345634">
                <a:moveTo>
                  <a:pt x="0" y="0"/>
                </a:moveTo>
                <a:lnTo>
                  <a:pt x="3527203" y="0"/>
                </a:lnTo>
                <a:lnTo>
                  <a:pt x="3527203" y="3345634"/>
                </a:lnTo>
                <a:lnTo>
                  <a:pt x="0" y="3345634"/>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US"/>
          </a:p>
        </p:txBody>
      </p:sp>
      <p:sp>
        <p:nvSpPr>
          <p:cNvPr id="13" name="Freeform 13"/>
          <p:cNvSpPr/>
          <p:nvPr/>
        </p:nvSpPr>
        <p:spPr>
          <a:xfrm>
            <a:off x="1279988" y="-781025"/>
            <a:ext cx="4674275" cy="5126472"/>
          </a:xfrm>
          <a:custGeom>
            <a:avLst/>
            <a:gdLst/>
            <a:ahLst/>
            <a:cxnLst/>
            <a:rect l="l" t="t" r="r" b="b"/>
            <a:pathLst>
              <a:path w="4674275" h="5126472">
                <a:moveTo>
                  <a:pt x="0" y="0"/>
                </a:moveTo>
                <a:lnTo>
                  <a:pt x="4674275" y="0"/>
                </a:lnTo>
                <a:lnTo>
                  <a:pt x="4674275" y="5126472"/>
                </a:lnTo>
                <a:lnTo>
                  <a:pt x="0" y="5126472"/>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US"/>
          </a:p>
        </p:txBody>
      </p:sp>
      <p:sp>
        <p:nvSpPr>
          <p:cNvPr id="14" name="Freeform 14"/>
          <p:cNvSpPr/>
          <p:nvPr/>
        </p:nvSpPr>
        <p:spPr>
          <a:xfrm>
            <a:off x="5372100" y="1136252"/>
            <a:ext cx="15087600" cy="1742950"/>
          </a:xfrm>
          <a:custGeom>
            <a:avLst/>
            <a:gdLst/>
            <a:ahLst/>
            <a:cxnLst/>
            <a:rect l="l" t="t" r="r" b="b"/>
            <a:pathLst>
              <a:path w="15087600" h="1742950">
                <a:moveTo>
                  <a:pt x="0" y="0"/>
                </a:moveTo>
                <a:lnTo>
                  <a:pt x="15087600" y="0"/>
                </a:lnTo>
                <a:lnTo>
                  <a:pt x="15087600" y="1742950"/>
                </a:lnTo>
                <a:lnTo>
                  <a:pt x="0" y="1742950"/>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endParaRPr lang="en-US"/>
          </a:p>
        </p:txBody>
      </p:sp>
      <p:sp>
        <p:nvSpPr>
          <p:cNvPr id="15" name="Freeform 15"/>
          <p:cNvSpPr/>
          <p:nvPr/>
        </p:nvSpPr>
        <p:spPr>
          <a:xfrm>
            <a:off x="1837504" y="4652888"/>
            <a:ext cx="6296850" cy="7158100"/>
          </a:xfrm>
          <a:custGeom>
            <a:avLst/>
            <a:gdLst/>
            <a:ahLst/>
            <a:cxnLst/>
            <a:rect l="l" t="t" r="r" b="b"/>
            <a:pathLst>
              <a:path w="6296850" h="7158100">
                <a:moveTo>
                  <a:pt x="0" y="0"/>
                </a:moveTo>
                <a:lnTo>
                  <a:pt x="6296850" y="0"/>
                </a:lnTo>
                <a:lnTo>
                  <a:pt x="6296850" y="7158100"/>
                </a:lnTo>
                <a:lnTo>
                  <a:pt x="0" y="7158100"/>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C8EAFF"/>
        </a:solidFill>
        <a:effectLst/>
      </p:bgPr>
    </p:bg>
    <p:spTree>
      <p:nvGrpSpPr>
        <p:cNvPr id="1" name=""/>
        <p:cNvGrpSpPr/>
        <p:nvPr/>
      </p:nvGrpSpPr>
      <p:grpSpPr>
        <a:xfrm>
          <a:off x="0" y="0"/>
          <a:ext cx="0" cy="0"/>
          <a:chOff x="0" y="0"/>
          <a:chExt cx="0" cy="0"/>
        </a:xfrm>
      </p:grpSpPr>
      <p:sp>
        <p:nvSpPr>
          <p:cNvPr id="2" name="Freeform 2"/>
          <p:cNvSpPr/>
          <p:nvPr/>
        </p:nvSpPr>
        <p:spPr>
          <a:xfrm>
            <a:off x="0" y="0"/>
            <a:ext cx="18288006" cy="10287002"/>
          </a:xfrm>
          <a:custGeom>
            <a:avLst/>
            <a:gdLst/>
            <a:ahLst/>
            <a:cxnLst/>
            <a:rect l="l" t="t" r="r" b="b"/>
            <a:pathLst>
              <a:path w="18288006" h="10287002">
                <a:moveTo>
                  <a:pt x="0" y="0"/>
                </a:moveTo>
                <a:lnTo>
                  <a:pt x="18288006" y="0"/>
                </a:lnTo>
                <a:lnTo>
                  <a:pt x="18288006" y="10287002"/>
                </a:lnTo>
                <a:lnTo>
                  <a:pt x="0" y="10287002"/>
                </a:lnTo>
                <a:lnTo>
                  <a:pt x="0" y="0"/>
                </a:lnTo>
                <a:close/>
              </a:path>
            </a:pathLst>
          </a:custGeom>
          <a:blipFill>
            <a:blip r:embed="rId3">
              <a:alphaModFix amt="57999"/>
            </a:blip>
            <a:stretch>
              <a:fillRect/>
            </a:stretch>
          </a:blipFill>
        </p:spPr>
        <p:txBody>
          <a:bodyPr/>
          <a:lstStyle/>
          <a:p>
            <a:endParaRPr lang="en-US"/>
          </a:p>
        </p:txBody>
      </p:sp>
      <p:sp>
        <p:nvSpPr>
          <p:cNvPr id="3" name="Freeform 3"/>
          <p:cNvSpPr/>
          <p:nvPr/>
        </p:nvSpPr>
        <p:spPr>
          <a:xfrm>
            <a:off x="-3600450" y="-670450"/>
            <a:ext cx="9296404" cy="3404600"/>
          </a:xfrm>
          <a:custGeom>
            <a:avLst/>
            <a:gdLst/>
            <a:ahLst/>
            <a:cxnLst/>
            <a:rect l="l" t="t" r="r" b="b"/>
            <a:pathLst>
              <a:path w="9296404" h="3404600">
                <a:moveTo>
                  <a:pt x="0" y="0"/>
                </a:moveTo>
                <a:lnTo>
                  <a:pt x="9296404" y="0"/>
                </a:lnTo>
                <a:lnTo>
                  <a:pt x="9296404" y="3404600"/>
                </a:lnTo>
                <a:lnTo>
                  <a:pt x="0" y="3404600"/>
                </a:lnTo>
                <a:lnTo>
                  <a:pt x="0" y="0"/>
                </a:lnTo>
                <a:close/>
              </a:path>
            </a:pathLst>
          </a:custGeom>
          <a:blipFill>
            <a:blip r:embed="rId4"/>
            <a:stretch>
              <a:fillRect l="-6969" t="-22079" r="-6967" b="-22079"/>
            </a:stretch>
          </a:blipFill>
        </p:spPr>
        <p:txBody>
          <a:bodyPr/>
          <a:lstStyle/>
          <a:p>
            <a:endParaRPr lang="en-US"/>
          </a:p>
        </p:txBody>
      </p:sp>
      <p:sp>
        <p:nvSpPr>
          <p:cNvPr id="4" name="Freeform 4"/>
          <p:cNvSpPr/>
          <p:nvPr/>
        </p:nvSpPr>
        <p:spPr>
          <a:xfrm>
            <a:off x="11451350" y="35646"/>
            <a:ext cx="10591798" cy="2745650"/>
          </a:xfrm>
          <a:custGeom>
            <a:avLst/>
            <a:gdLst/>
            <a:ahLst/>
            <a:cxnLst/>
            <a:rect l="l" t="t" r="r" b="b"/>
            <a:pathLst>
              <a:path w="10591798" h="2745650">
                <a:moveTo>
                  <a:pt x="0" y="0"/>
                </a:moveTo>
                <a:lnTo>
                  <a:pt x="10591798" y="0"/>
                </a:lnTo>
                <a:lnTo>
                  <a:pt x="10591798" y="2745650"/>
                </a:lnTo>
                <a:lnTo>
                  <a:pt x="0" y="2745650"/>
                </a:lnTo>
                <a:lnTo>
                  <a:pt x="0" y="0"/>
                </a:lnTo>
                <a:close/>
              </a:path>
            </a:pathLst>
          </a:custGeom>
          <a:blipFill>
            <a:blip r:embed="rId5"/>
            <a:stretch>
              <a:fillRect t="-36440" b="-36441"/>
            </a:stretch>
          </a:blipFill>
        </p:spPr>
        <p:txBody>
          <a:bodyPr/>
          <a:lstStyle/>
          <a:p>
            <a:endParaRPr lang="en-US"/>
          </a:p>
        </p:txBody>
      </p:sp>
      <p:sp>
        <p:nvSpPr>
          <p:cNvPr id="5" name="Freeform 5"/>
          <p:cNvSpPr/>
          <p:nvPr/>
        </p:nvSpPr>
        <p:spPr>
          <a:xfrm>
            <a:off x="-2343150" y="7829550"/>
            <a:ext cx="9182104" cy="4150450"/>
          </a:xfrm>
          <a:custGeom>
            <a:avLst/>
            <a:gdLst/>
            <a:ahLst/>
            <a:cxnLst/>
            <a:rect l="l" t="t" r="r" b="b"/>
            <a:pathLst>
              <a:path w="9182104" h="4150450">
                <a:moveTo>
                  <a:pt x="0" y="0"/>
                </a:moveTo>
                <a:lnTo>
                  <a:pt x="9182104" y="0"/>
                </a:lnTo>
                <a:lnTo>
                  <a:pt x="9182104" y="4150450"/>
                </a:lnTo>
                <a:lnTo>
                  <a:pt x="0" y="4150450"/>
                </a:lnTo>
                <a:lnTo>
                  <a:pt x="0" y="0"/>
                </a:lnTo>
                <a:close/>
              </a:path>
            </a:pathLst>
          </a:custGeom>
          <a:blipFill>
            <a:blip r:embed="rId6"/>
            <a:stretch>
              <a:fillRect l="-7678" t="-18809" r="-7670" b="-18809"/>
            </a:stretch>
          </a:blipFill>
        </p:spPr>
        <p:txBody>
          <a:bodyPr/>
          <a:lstStyle/>
          <a:p>
            <a:endParaRPr lang="en-US"/>
          </a:p>
        </p:txBody>
      </p:sp>
      <p:sp>
        <p:nvSpPr>
          <p:cNvPr id="6" name="Freeform 6"/>
          <p:cNvSpPr/>
          <p:nvPr/>
        </p:nvSpPr>
        <p:spPr>
          <a:xfrm>
            <a:off x="2857500" y="-647700"/>
            <a:ext cx="12020550" cy="2123900"/>
          </a:xfrm>
          <a:custGeom>
            <a:avLst/>
            <a:gdLst/>
            <a:ahLst/>
            <a:cxnLst/>
            <a:rect l="l" t="t" r="r" b="b"/>
            <a:pathLst>
              <a:path w="12020550" h="2123900">
                <a:moveTo>
                  <a:pt x="0" y="0"/>
                </a:moveTo>
                <a:lnTo>
                  <a:pt x="12020550" y="0"/>
                </a:lnTo>
                <a:lnTo>
                  <a:pt x="12020550" y="2123900"/>
                </a:lnTo>
                <a:lnTo>
                  <a:pt x="0" y="212390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US"/>
          </a:p>
        </p:txBody>
      </p:sp>
      <p:sp>
        <p:nvSpPr>
          <p:cNvPr id="7" name="Freeform 7"/>
          <p:cNvSpPr/>
          <p:nvPr/>
        </p:nvSpPr>
        <p:spPr>
          <a:xfrm>
            <a:off x="11908550" y="6953248"/>
            <a:ext cx="10591804" cy="3404600"/>
          </a:xfrm>
          <a:custGeom>
            <a:avLst/>
            <a:gdLst/>
            <a:ahLst/>
            <a:cxnLst/>
            <a:rect l="l" t="t" r="r" b="b"/>
            <a:pathLst>
              <a:path w="10591804" h="3404600">
                <a:moveTo>
                  <a:pt x="0" y="0"/>
                </a:moveTo>
                <a:lnTo>
                  <a:pt x="10591804" y="0"/>
                </a:lnTo>
                <a:lnTo>
                  <a:pt x="10591804" y="3404600"/>
                </a:lnTo>
                <a:lnTo>
                  <a:pt x="0" y="3404600"/>
                </a:lnTo>
                <a:lnTo>
                  <a:pt x="0" y="0"/>
                </a:lnTo>
                <a:close/>
              </a:path>
            </a:pathLst>
          </a:custGeom>
          <a:blipFill>
            <a:blip r:embed="rId9"/>
            <a:stretch>
              <a:fillRect t="-17269" r="-2" b="-17269"/>
            </a:stretch>
          </a:blipFill>
        </p:spPr>
        <p:txBody>
          <a:bodyPr/>
          <a:lstStyle/>
          <a:p>
            <a:endParaRPr lang="en-US"/>
          </a:p>
        </p:txBody>
      </p:sp>
      <p:sp>
        <p:nvSpPr>
          <p:cNvPr id="8" name="Freeform 8"/>
          <p:cNvSpPr/>
          <p:nvPr/>
        </p:nvSpPr>
        <p:spPr>
          <a:xfrm>
            <a:off x="14028038" y="293093"/>
            <a:ext cx="4403741" cy="4458326"/>
          </a:xfrm>
          <a:custGeom>
            <a:avLst/>
            <a:gdLst/>
            <a:ahLst/>
            <a:cxnLst/>
            <a:rect l="l" t="t" r="r" b="b"/>
            <a:pathLst>
              <a:path w="4403741" h="4458326">
                <a:moveTo>
                  <a:pt x="0" y="0"/>
                </a:moveTo>
                <a:lnTo>
                  <a:pt x="4403741" y="0"/>
                </a:lnTo>
                <a:lnTo>
                  <a:pt x="4403741" y="4458326"/>
                </a:lnTo>
                <a:lnTo>
                  <a:pt x="0" y="4458326"/>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US"/>
          </a:p>
        </p:txBody>
      </p:sp>
      <p:grpSp>
        <p:nvGrpSpPr>
          <p:cNvPr id="9" name="Group 9"/>
          <p:cNvGrpSpPr/>
          <p:nvPr/>
        </p:nvGrpSpPr>
        <p:grpSpPr>
          <a:xfrm>
            <a:off x="4275632" y="1641926"/>
            <a:ext cx="1261357" cy="1261357"/>
            <a:chOff x="0" y="0"/>
            <a:chExt cx="2565600" cy="2565600"/>
          </a:xfrm>
        </p:grpSpPr>
        <p:sp>
          <p:nvSpPr>
            <p:cNvPr id="10" name="Freeform 10"/>
            <p:cNvSpPr/>
            <p:nvPr/>
          </p:nvSpPr>
          <p:spPr>
            <a:xfrm>
              <a:off x="0" y="0"/>
              <a:ext cx="2565654" cy="2565654"/>
            </a:xfrm>
            <a:custGeom>
              <a:avLst/>
              <a:gdLst/>
              <a:ahLst/>
              <a:cxnLst/>
              <a:rect l="l" t="t" r="r" b="b"/>
              <a:pathLst>
                <a:path w="2565654" h="2565654">
                  <a:moveTo>
                    <a:pt x="0" y="0"/>
                  </a:moveTo>
                  <a:lnTo>
                    <a:pt x="2565654" y="0"/>
                  </a:lnTo>
                  <a:lnTo>
                    <a:pt x="2565654" y="2565654"/>
                  </a:lnTo>
                  <a:lnTo>
                    <a:pt x="0" y="2565654"/>
                  </a:lnTo>
                  <a:close/>
                </a:path>
              </a:pathLst>
            </a:custGeom>
            <a:solidFill>
              <a:srgbClr val="FFFFFF">
                <a:alpha val="11765"/>
              </a:srgbClr>
            </a:solidFill>
          </p:spPr>
          <p:txBody>
            <a:bodyPr/>
            <a:lstStyle/>
            <a:p>
              <a:endParaRPr lang="en-US"/>
            </a:p>
          </p:txBody>
        </p:sp>
      </p:grpSp>
      <p:sp>
        <p:nvSpPr>
          <p:cNvPr id="11" name="Freeform 11"/>
          <p:cNvSpPr/>
          <p:nvPr/>
        </p:nvSpPr>
        <p:spPr>
          <a:xfrm>
            <a:off x="4567058" y="1933351"/>
            <a:ext cx="678506" cy="678506"/>
          </a:xfrm>
          <a:custGeom>
            <a:avLst/>
            <a:gdLst/>
            <a:ahLst/>
            <a:cxnLst/>
            <a:rect l="l" t="t" r="r" b="b"/>
            <a:pathLst>
              <a:path w="678506" h="678506">
                <a:moveTo>
                  <a:pt x="0" y="0"/>
                </a:moveTo>
                <a:lnTo>
                  <a:pt x="678506" y="0"/>
                </a:lnTo>
                <a:lnTo>
                  <a:pt x="678506" y="678506"/>
                </a:lnTo>
                <a:lnTo>
                  <a:pt x="0" y="678506"/>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endParaRPr lang="en-US"/>
          </a:p>
        </p:txBody>
      </p:sp>
      <p:sp>
        <p:nvSpPr>
          <p:cNvPr id="12" name="TextBox 12"/>
          <p:cNvSpPr txBox="1"/>
          <p:nvPr/>
        </p:nvSpPr>
        <p:spPr>
          <a:xfrm>
            <a:off x="791551" y="4085606"/>
            <a:ext cx="17496449" cy="4334234"/>
          </a:xfrm>
          <a:prstGeom prst="rect">
            <a:avLst/>
          </a:prstGeom>
        </p:spPr>
        <p:txBody>
          <a:bodyPr lIns="0" tIns="0" rIns="0" bIns="0" rtlCol="0" anchor="t">
            <a:spAutoFit/>
          </a:bodyPr>
          <a:lstStyle/>
          <a:p>
            <a:pPr algn="l">
              <a:lnSpc>
                <a:spcPts val="4353"/>
              </a:lnSpc>
            </a:pPr>
            <a:r>
              <a:rPr lang="en-US" sz="3627">
                <a:solidFill>
                  <a:srgbClr val="13394F"/>
                </a:solidFill>
                <a:latin typeface="Lexend Deca"/>
                <a:ea typeface="Lexend Deca"/>
                <a:cs typeface="Lexend Deca"/>
                <a:sym typeface="Lexend Deca"/>
              </a:rPr>
              <a:t>Managing flight information and reservations using manual or partially automated systems leads to several challenges. Users face difficulties in searching for suitable flights, completing bookings efficiently, and accessing their booking history. On the administrative side, managing flights and airports manually increases the risk of data redundancy, inconsistency, and human errors. Additionally, the lack of a centralized system makes it difficult to maintain accurate and up-to-date flight information.</a:t>
            </a:r>
          </a:p>
          <a:p>
            <a:pPr algn="l">
              <a:lnSpc>
                <a:spcPts val="4353"/>
              </a:lnSpc>
            </a:pPr>
            <a:endParaRPr lang="en-US" sz="3627">
              <a:solidFill>
                <a:srgbClr val="13394F"/>
              </a:solidFill>
              <a:latin typeface="Lexend Deca"/>
              <a:ea typeface="Lexend Deca"/>
              <a:cs typeface="Lexend Deca"/>
              <a:sym typeface="Lexend Deca"/>
            </a:endParaRPr>
          </a:p>
        </p:txBody>
      </p:sp>
      <p:grpSp>
        <p:nvGrpSpPr>
          <p:cNvPr id="13" name="Group 13"/>
          <p:cNvGrpSpPr/>
          <p:nvPr/>
        </p:nvGrpSpPr>
        <p:grpSpPr>
          <a:xfrm>
            <a:off x="6009685" y="1664899"/>
            <a:ext cx="7254232" cy="1238384"/>
            <a:chOff x="0" y="0"/>
            <a:chExt cx="7670122" cy="1309381"/>
          </a:xfrm>
        </p:grpSpPr>
        <p:sp>
          <p:nvSpPr>
            <p:cNvPr id="14" name="Freeform 14"/>
            <p:cNvSpPr/>
            <p:nvPr/>
          </p:nvSpPr>
          <p:spPr>
            <a:xfrm>
              <a:off x="0" y="0"/>
              <a:ext cx="7670085" cy="1309429"/>
            </a:xfrm>
            <a:custGeom>
              <a:avLst/>
              <a:gdLst/>
              <a:ahLst/>
              <a:cxnLst/>
              <a:rect l="l" t="t" r="r" b="b"/>
              <a:pathLst>
                <a:path w="7670085" h="1309429">
                  <a:moveTo>
                    <a:pt x="0" y="0"/>
                  </a:moveTo>
                  <a:lnTo>
                    <a:pt x="7670085" y="0"/>
                  </a:lnTo>
                  <a:lnTo>
                    <a:pt x="7670085" y="1309429"/>
                  </a:lnTo>
                  <a:lnTo>
                    <a:pt x="0" y="1309429"/>
                  </a:lnTo>
                  <a:close/>
                </a:path>
              </a:pathLst>
            </a:custGeom>
            <a:solidFill>
              <a:srgbClr val="FFFFFF">
                <a:alpha val="11765"/>
              </a:srgbClr>
            </a:solidFill>
          </p:spPr>
          <p:txBody>
            <a:bodyPr/>
            <a:lstStyle/>
            <a:p>
              <a:endParaRPr lang="en-US"/>
            </a:p>
          </p:txBody>
        </p:sp>
        <p:sp>
          <p:nvSpPr>
            <p:cNvPr id="15" name="TextBox 15"/>
            <p:cNvSpPr txBox="1"/>
            <p:nvPr/>
          </p:nvSpPr>
          <p:spPr>
            <a:xfrm>
              <a:off x="0" y="0"/>
              <a:ext cx="7670122" cy="1309381"/>
            </a:xfrm>
            <a:prstGeom prst="rect">
              <a:avLst/>
            </a:prstGeom>
          </p:spPr>
          <p:txBody>
            <a:bodyPr lIns="64061" tIns="64061" rIns="64061" bIns="64061" rtlCol="0" anchor="ctr"/>
            <a:lstStyle/>
            <a:p>
              <a:pPr algn="ctr">
                <a:lnSpc>
                  <a:spcPts val="6052"/>
                </a:lnSpc>
              </a:pPr>
              <a:r>
                <a:rPr lang="en-US" sz="5044">
                  <a:solidFill>
                    <a:srgbClr val="13394F"/>
                  </a:solidFill>
                  <a:latin typeface="Lexend Deca"/>
                  <a:ea typeface="Lexend Deca"/>
                  <a:cs typeface="Lexend Deca"/>
                  <a:sym typeface="Lexend Deca"/>
                </a:rPr>
                <a:t>2.1 Problem Definition</a:t>
              </a:r>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C8EAFF"/>
        </a:solidFill>
        <a:effectLst/>
      </p:bgPr>
    </p:bg>
    <p:spTree>
      <p:nvGrpSpPr>
        <p:cNvPr id="1" name=""/>
        <p:cNvGrpSpPr/>
        <p:nvPr/>
      </p:nvGrpSpPr>
      <p:grpSpPr>
        <a:xfrm>
          <a:off x="0" y="0"/>
          <a:ext cx="0" cy="0"/>
          <a:chOff x="0" y="0"/>
          <a:chExt cx="0" cy="0"/>
        </a:xfrm>
      </p:grpSpPr>
      <p:sp>
        <p:nvSpPr>
          <p:cNvPr id="2" name="Freeform 2"/>
          <p:cNvSpPr/>
          <p:nvPr/>
        </p:nvSpPr>
        <p:spPr>
          <a:xfrm>
            <a:off x="0" y="0"/>
            <a:ext cx="18288006" cy="10287002"/>
          </a:xfrm>
          <a:custGeom>
            <a:avLst/>
            <a:gdLst/>
            <a:ahLst/>
            <a:cxnLst/>
            <a:rect l="l" t="t" r="r" b="b"/>
            <a:pathLst>
              <a:path w="18288006" h="10287002">
                <a:moveTo>
                  <a:pt x="0" y="0"/>
                </a:moveTo>
                <a:lnTo>
                  <a:pt x="18288006" y="0"/>
                </a:lnTo>
                <a:lnTo>
                  <a:pt x="18288006" y="10287002"/>
                </a:lnTo>
                <a:lnTo>
                  <a:pt x="0" y="10287002"/>
                </a:lnTo>
                <a:lnTo>
                  <a:pt x="0" y="0"/>
                </a:lnTo>
                <a:close/>
              </a:path>
            </a:pathLst>
          </a:custGeom>
          <a:blipFill>
            <a:blip r:embed="rId3">
              <a:alphaModFix amt="57999"/>
            </a:blip>
            <a:stretch>
              <a:fillRect/>
            </a:stretch>
          </a:blipFill>
        </p:spPr>
        <p:txBody>
          <a:bodyPr/>
          <a:lstStyle/>
          <a:p>
            <a:endParaRPr lang="en-US"/>
          </a:p>
        </p:txBody>
      </p:sp>
      <p:sp>
        <p:nvSpPr>
          <p:cNvPr id="3" name="Freeform 3"/>
          <p:cNvSpPr/>
          <p:nvPr/>
        </p:nvSpPr>
        <p:spPr>
          <a:xfrm>
            <a:off x="-3600450" y="-670450"/>
            <a:ext cx="9296404" cy="3404600"/>
          </a:xfrm>
          <a:custGeom>
            <a:avLst/>
            <a:gdLst/>
            <a:ahLst/>
            <a:cxnLst/>
            <a:rect l="l" t="t" r="r" b="b"/>
            <a:pathLst>
              <a:path w="9296404" h="3404600">
                <a:moveTo>
                  <a:pt x="0" y="0"/>
                </a:moveTo>
                <a:lnTo>
                  <a:pt x="9296404" y="0"/>
                </a:lnTo>
                <a:lnTo>
                  <a:pt x="9296404" y="3404600"/>
                </a:lnTo>
                <a:lnTo>
                  <a:pt x="0" y="3404600"/>
                </a:lnTo>
                <a:lnTo>
                  <a:pt x="0" y="0"/>
                </a:lnTo>
                <a:close/>
              </a:path>
            </a:pathLst>
          </a:custGeom>
          <a:blipFill>
            <a:blip r:embed="rId4"/>
            <a:stretch>
              <a:fillRect l="-6969" t="-22079" r="-6967" b="-22079"/>
            </a:stretch>
          </a:blipFill>
        </p:spPr>
        <p:txBody>
          <a:bodyPr/>
          <a:lstStyle/>
          <a:p>
            <a:endParaRPr lang="en-US"/>
          </a:p>
        </p:txBody>
      </p:sp>
      <p:sp>
        <p:nvSpPr>
          <p:cNvPr id="4" name="Freeform 4"/>
          <p:cNvSpPr/>
          <p:nvPr/>
        </p:nvSpPr>
        <p:spPr>
          <a:xfrm>
            <a:off x="11451350" y="35646"/>
            <a:ext cx="10591798" cy="2745650"/>
          </a:xfrm>
          <a:custGeom>
            <a:avLst/>
            <a:gdLst/>
            <a:ahLst/>
            <a:cxnLst/>
            <a:rect l="l" t="t" r="r" b="b"/>
            <a:pathLst>
              <a:path w="10591798" h="2745650">
                <a:moveTo>
                  <a:pt x="0" y="0"/>
                </a:moveTo>
                <a:lnTo>
                  <a:pt x="10591798" y="0"/>
                </a:lnTo>
                <a:lnTo>
                  <a:pt x="10591798" y="2745650"/>
                </a:lnTo>
                <a:lnTo>
                  <a:pt x="0" y="2745650"/>
                </a:lnTo>
                <a:lnTo>
                  <a:pt x="0" y="0"/>
                </a:lnTo>
                <a:close/>
              </a:path>
            </a:pathLst>
          </a:custGeom>
          <a:blipFill>
            <a:blip r:embed="rId5"/>
            <a:stretch>
              <a:fillRect t="-36440" b="-36441"/>
            </a:stretch>
          </a:blipFill>
        </p:spPr>
        <p:txBody>
          <a:bodyPr/>
          <a:lstStyle/>
          <a:p>
            <a:endParaRPr lang="en-US"/>
          </a:p>
        </p:txBody>
      </p:sp>
      <p:sp>
        <p:nvSpPr>
          <p:cNvPr id="5" name="Freeform 5"/>
          <p:cNvSpPr/>
          <p:nvPr/>
        </p:nvSpPr>
        <p:spPr>
          <a:xfrm>
            <a:off x="-2343150" y="7829550"/>
            <a:ext cx="9182104" cy="4150450"/>
          </a:xfrm>
          <a:custGeom>
            <a:avLst/>
            <a:gdLst/>
            <a:ahLst/>
            <a:cxnLst/>
            <a:rect l="l" t="t" r="r" b="b"/>
            <a:pathLst>
              <a:path w="9182104" h="4150450">
                <a:moveTo>
                  <a:pt x="0" y="0"/>
                </a:moveTo>
                <a:lnTo>
                  <a:pt x="9182104" y="0"/>
                </a:lnTo>
                <a:lnTo>
                  <a:pt x="9182104" y="4150450"/>
                </a:lnTo>
                <a:lnTo>
                  <a:pt x="0" y="4150450"/>
                </a:lnTo>
                <a:lnTo>
                  <a:pt x="0" y="0"/>
                </a:lnTo>
                <a:close/>
              </a:path>
            </a:pathLst>
          </a:custGeom>
          <a:blipFill>
            <a:blip r:embed="rId6"/>
            <a:stretch>
              <a:fillRect l="-7678" t="-18809" r="-7670" b="-18809"/>
            </a:stretch>
          </a:blipFill>
        </p:spPr>
        <p:txBody>
          <a:bodyPr/>
          <a:lstStyle/>
          <a:p>
            <a:endParaRPr lang="en-US"/>
          </a:p>
        </p:txBody>
      </p:sp>
      <p:sp>
        <p:nvSpPr>
          <p:cNvPr id="6" name="Freeform 6"/>
          <p:cNvSpPr/>
          <p:nvPr/>
        </p:nvSpPr>
        <p:spPr>
          <a:xfrm>
            <a:off x="2857500" y="-647700"/>
            <a:ext cx="12020550" cy="2123900"/>
          </a:xfrm>
          <a:custGeom>
            <a:avLst/>
            <a:gdLst/>
            <a:ahLst/>
            <a:cxnLst/>
            <a:rect l="l" t="t" r="r" b="b"/>
            <a:pathLst>
              <a:path w="12020550" h="2123900">
                <a:moveTo>
                  <a:pt x="0" y="0"/>
                </a:moveTo>
                <a:lnTo>
                  <a:pt x="12020550" y="0"/>
                </a:lnTo>
                <a:lnTo>
                  <a:pt x="12020550" y="2123900"/>
                </a:lnTo>
                <a:lnTo>
                  <a:pt x="0" y="212390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US"/>
          </a:p>
        </p:txBody>
      </p:sp>
      <p:sp>
        <p:nvSpPr>
          <p:cNvPr id="7" name="Freeform 7"/>
          <p:cNvSpPr/>
          <p:nvPr/>
        </p:nvSpPr>
        <p:spPr>
          <a:xfrm>
            <a:off x="11908550" y="6953248"/>
            <a:ext cx="10591804" cy="3404600"/>
          </a:xfrm>
          <a:custGeom>
            <a:avLst/>
            <a:gdLst/>
            <a:ahLst/>
            <a:cxnLst/>
            <a:rect l="l" t="t" r="r" b="b"/>
            <a:pathLst>
              <a:path w="10591804" h="3404600">
                <a:moveTo>
                  <a:pt x="0" y="0"/>
                </a:moveTo>
                <a:lnTo>
                  <a:pt x="10591804" y="0"/>
                </a:lnTo>
                <a:lnTo>
                  <a:pt x="10591804" y="3404600"/>
                </a:lnTo>
                <a:lnTo>
                  <a:pt x="0" y="3404600"/>
                </a:lnTo>
                <a:lnTo>
                  <a:pt x="0" y="0"/>
                </a:lnTo>
                <a:close/>
              </a:path>
            </a:pathLst>
          </a:custGeom>
          <a:blipFill>
            <a:blip r:embed="rId9"/>
            <a:stretch>
              <a:fillRect t="-17269" r="-2" b="-17269"/>
            </a:stretch>
          </a:blipFill>
        </p:spPr>
        <p:txBody>
          <a:bodyPr/>
          <a:lstStyle/>
          <a:p>
            <a:endParaRPr lang="en-US"/>
          </a:p>
        </p:txBody>
      </p:sp>
      <p:sp>
        <p:nvSpPr>
          <p:cNvPr id="8" name="Freeform 8"/>
          <p:cNvSpPr/>
          <p:nvPr/>
        </p:nvSpPr>
        <p:spPr>
          <a:xfrm>
            <a:off x="14028038" y="293093"/>
            <a:ext cx="4403741" cy="4458326"/>
          </a:xfrm>
          <a:custGeom>
            <a:avLst/>
            <a:gdLst/>
            <a:ahLst/>
            <a:cxnLst/>
            <a:rect l="l" t="t" r="r" b="b"/>
            <a:pathLst>
              <a:path w="4403741" h="4458326">
                <a:moveTo>
                  <a:pt x="0" y="0"/>
                </a:moveTo>
                <a:lnTo>
                  <a:pt x="4403741" y="0"/>
                </a:lnTo>
                <a:lnTo>
                  <a:pt x="4403741" y="4458326"/>
                </a:lnTo>
                <a:lnTo>
                  <a:pt x="0" y="4458326"/>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US"/>
          </a:p>
        </p:txBody>
      </p:sp>
      <p:grpSp>
        <p:nvGrpSpPr>
          <p:cNvPr id="9" name="Group 9"/>
          <p:cNvGrpSpPr/>
          <p:nvPr/>
        </p:nvGrpSpPr>
        <p:grpSpPr>
          <a:xfrm>
            <a:off x="4275632" y="1641926"/>
            <a:ext cx="1261357" cy="1261357"/>
            <a:chOff x="0" y="0"/>
            <a:chExt cx="2565600" cy="2565600"/>
          </a:xfrm>
        </p:grpSpPr>
        <p:sp>
          <p:nvSpPr>
            <p:cNvPr id="10" name="Freeform 10"/>
            <p:cNvSpPr/>
            <p:nvPr/>
          </p:nvSpPr>
          <p:spPr>
            <a:xfrm>
              <a:off x="0" y="0"/>
              <a:ext cx="2565654" cy="2565654"/>
            </a:xfrm>
            <a:custGeom>
              <a:avLst/>
              <a:gdLst/>
              <a:ahLst/>
              <a:cxnLst/>
              <a:rect l="l" t="t" r="r" b="b"/>
              <a:pathLst>
                <a:path w="2565654" h="2565654">
                  <a:moveTo>
                    <a:pt x="0" y="0"/>
                  </a:moveTo>
                  <a:lnTo>
                    <a:pt x="2565654" y="0"/>
                  </a:lnTo>
                  <a:lnTo>
                    <a:pt x="2565654" y="2565654"/>
                  </a:lnTo>
                  <a:lnTo>
                    <a:pt x="0" y="2565654"/>
                  </a:lnTo>
                  <a:close/>
                </a:path>
              </a:pathLst>
            </a:custGeom>
            <a:solidFill>
              <a:srgbClr val="FFFFFF">
                <a:alpha val="11765"/>
              </a:srgbClr>
            </a:solidFill>
          </p:spPr>
          <p:txBody>
            <a:bodyPr/>
            <a:lstStyle/>
            <a:p>
              <a:endParaRPr lang="en-US"/>
            </a:p>
          </p:txBody>
        </p:sp>
      </p:grpSp>
      <p:sp>
        <p:nvSpPr>
          <p:cNvPr id="11" name="Freeform 11"/>
          <p:cNvSpPr/>
          <p:nvPr/>
        </p:nvSpPr>
        <p:spPr>
          <a:xfrm>
            <a:off x="4567058" y="1933351"/>
            <a:ext cx="678506" cy="678506"/>
          </a:xfrm>
          <a:custGeom>
            <a:avLst/>
            <a:gdLst/>
            <a:ahLst/>
            <a:cxnLst/>
            <a:rect l="l" t="t" r="r" b="b"/>
            <a:pathLst>
              <a:path w="678506" h="678506">
                <a:moveTo>
                  <a:pt x="0" y="0"/>
                </a:moveTo>
                <a:lnTo>
                  <a:pt x="678506" y="0"/>
                </a:lnTo>
                <a:lnTo>
                  <a:pt x="678506" y="678506"/>
                </a:lnTo>
                <a:lnTo>
                  <a:pt x="0" y="678506"/>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endParaRPr lang="en-US"/>
          </a:p>
        </p:txBody>
      </p:sp>
      <p:sp>
        <p:nvSpPr>
          <p:cNvPr id="12" name="TextBox 12"/>
          <p:cNvSpPr txBox="1"/>
          <p:nvPr/>
        </p:nvSpPr>
        <p:spPr>
          <a:xfrm>
            <a:off x="449745" y="3524189"/>
            <a:ext cx="17388517" cy="5760554"/>
          </a:xfrm>
          <a:prstGeom prst="rect">
            <a:avLst/>
          </a:prstGeom>
        </p:spPr>
        <p:txBody>
          <a:bodyPr lIns="0" tIns="0" rIns="0" bIns="0" rtlCol="0" anchor="t">
            <a:spAutoFit/>
          </a:bodyPr>
          <a:lstStyle/>
          <a:p>
            <a:pPr algn="just">
              <a:lnSpc>
                <a:spcPts val="3785"/>
              </a:lnSpc>
            </a:pPr>
            <a:r>
              <a:rPr lang="en-US" sz="3154">
                <a:solidFill>
                  <a:srgbClr val="13394F"/>
                </a:solidFill>
                <a:latin typeface="Lexend Deca"/>
                <a:ea typeface="Lexend Deca"/>
                <a:cs typeface="Lexend Deca"/>
                <a:sym typeface="Lexend Deca"/>
              </a:rPr>
              <a:t>The main goals of the Flight Management System are:</a:t>
            </a:r>
          </a:p>
          <a:p>
            <a:pPr algn="just">
              <a:lnSpc>
                <a:spcPts val="3785"/>
              </a:lnSpc>
            </a:pPr>
            <a:endParaRPr lang="en-US" sz="3154">
              <a:solidFill>
                <a:srgbClr val="13394F"/>
              </a:solidFill>
              <a:latin typeface="Lexend Deca"/>
              <a:ea typeface="Lexend Deca"/>
              <a:cs typeface="Lexend Deca"/>
              <a:sym typeface="Lexend Deca"/>
            </a:endParaRPr>
          </a:p>
          <a:p>
            <a:pPr marL="681062" lvl="1" indent="-340531" algn="just">
              <a:lnSpc>
                <a:spcPts val="3785"/>
              </a:lnSpc>
              <a:buFont typeface="Arial"/>
              <a:buChar char="•"/>
            </a:pPr>
            <a:r>
              <a:rPr lang="en-US" sz="3154">
                <a:solidFill>
                  <a:srgbClr val="13394F"/>
                </a:solidFill>
                <a:latin typeface="Lexend Deca"/>
                <a:ea typeface="Lexend Deca"/>
                <a:cs typeface="Lexend Deca"/>
                <a:sym typeface="Lexend Deca"/>
              </a:rPr>
              <a:t>To provide a centralized platform for managing flight and airport information.</a:t>
            </a:r>
          </a:p>
          <a:p>
            <a:pPr marL="681062" lvl="1" indent="-340531" algn="just">
              <a:lnSpc>
                <a:spcPts val="3785"/>
              </a:lnSpc>
              <a:buFont typeface="Arial"/>
              <a:buChar char="•"/>
            </a:pPr>
            <a:r>
              <a:rPr lang="en-US" sz="3154">
                <a:solidFill>
                  <a:srgbClr val="13394F"/>
                </a:solidFill>
                <a:latin typeface="Lexend Deca"/>
                <a:ea typeface="Lexend Deca"/>
                <a:cs typeface="Lexend Deca"/>
                <a:sym typeface="Lexend Deca"/>
              </a:rPr>
              <a:t>To enable users to search and book flights easily through an online system.</a:t>
            </a:r>
          </a:p>
          <a:p>
            <a:pPr marL="681062" lvl="1" indent="-340531" algn="just">
              <a:lnSpc>
                <a:spcPts val="3785"/>
              </a:lnSpc>
              <a:buFont typeface="Arial"/>
              <a:buChar char="•"/>
            </a:pPr>
            <a:r>
              <a:rPr lang="en-US" sz="3154">
                <a:solidFill>
                  <a:srgbClr val="13394F"/>
                </a:solidFill>
                <a:latin typeface="Lexend Deca"/>
                <a:ea typeface="Lexend Deca"/>
                <a:cs typeface="Lexend Deca"/>
                <a:sym typeface="Lexend Deca"/>
              </a:rPr>
              <a:t>To reduce manual work and minimize human errors in flight management processes.</a:t>
            </a:r>
          </a:p>
          <a:p>
            <a:pPr marL="681062" lvl="1" indent="-340531" algn="just">
              <a:lnSpc>
                <a:spcPts val="3785"/>
              </a:lnSpc>
              <a:buFont typeface="Arial"/>
              <a:buChar char="•"/>
            </a:pPr>
            <a:r>
              <a:rPr lang="en-US" sz="3154">
                <a:solidFill>
                  <a:srgbClr val="13394F"/>
                </a:solidFill>
                <a:latin typeface="Lexend Deca"/>
                <a:ea typeface="Lexend Deca"/>
                <a:cs typeface="Lexend Deca"/>
                <a:sym typeface="Lexend Deca"/>
              </a:rPr>
              <a:t>To improve data accuracy and consistency by using a structured database system.</a:t>
            </a:r>
          </a:p>
          <a:p>
            <a:pPr marL="681062" lvl="1" indent="-340531" algn="just">
              <a:lnSpc>
                <a:spcPts val="3785"/>
              </a:lnSpc>
              <a:buFont typeface="Arial"/>
              <a:buChar char="•"/>
            </a:pPr>
            <a:r>
              <a:rPr lang="en-US" sz="3154">
                <a:solidFill>
                  <a:srgbClr val="13394F"/>
                </a:solidFill>
                <a:latin typeface="Lexend Deca"/>
                <a:ea typeface="Lexend Deca"/>
                <a:cs typeface="Lexend Deca"/>
                <a:sym typeface="Lexend Deca"/>
              </a:rPr>
              <a:t>To allow administrators to efficiently add, update, and delete flight and airport data.</a:t>
            </a:r>
          </a:p>
          <a:p>
            <a:pPr marL="681062" lvl="1" indent="-340531" algn="just">
              <a:lnSpc>
                <a:spcPts val="3785"/>
              </a:lnSpc>
              <a:buFont typeface="Arial"/>
              <a:buChar char="•"/>
            </a:pPr>
            <a:r>
              <a:rPr lang="en-US" sz="3154">
                <a:solidFill>
                  <a:srgbClr val="13394F"/>
                </a:solidFill>
                <a:latin typeface="Lexend Deca"/>
                <a:ea typeface="Lexend Deca"/>
                <a:cs typeface="Lexend Deca"/>
                <a:sym typeface="Lexend Deca"/>
              </a:rPr>
              <a:t>To enhance user experience through a simple and intuitive user interface.</a:t>
            </a:r>
          </a:p>
          <a:p>
            <a:pPr marL="681062" lvl="1" indent="-340531" algn="just">
              <a:lnSpc>
                <a:spcPts val="3785"/>
              </a:lnSpc>
              <a:buFont typeface="Arial"/>
              <a:buChar char="•"/>
            </a:pPr>
            <a:r>
              <a:rPr lang="en-US" sz="3154">
                <a:solidFill>
                  <a:srgbClr val="13394F"/>
                </a:solidFill>
                <a:latin typeface="Lexend Deca"/>
                <a:ea typeface="Lexend Deca"/>
                <a:cs typeface="Lexend Deca"/>
                <a:sym typeface="Lexend Deca"/>
              </a:rPr>
              <a:t>To ensure secure access to the system through authentication and authorization mechanisms.</a:t>
            </a:r>
          </a:p>
          <a:p>
            <a:pPr marL="681062" lvl="1" indent="-340531" algn="just">
              <a:lnSpc>
                <a:spcPts val="3785"/>
              </a:lnSpc>
              <a:buFont typeface="Arial"/>
              <a:buChar char="•"/>
            </a:pPr>
            <a:r>
              <a:rPr lang="en-US" sz="3154">
                <a:solidFill>
                  <a:srgbClr val="13394F"/>
                </a:solidFill>
                <a:latin typeface="Lexend Deca"/>
                <a:ea typeface="Lexend Deca"/>
                <a:cs typeface="Lexend Deca"/>
                <a:sym typeface="Lexend Deca"/>
              </a:rPr>
              <a:t>To enable user to show his booked flight, update and delete them.</a:t>
            </a:r>
          </a:p>
          <a:p>
            <a:pPr algn="just">
              <a:lnSpc>
                <a:spcPts val="3785"/>
              </a:lnSpc>
            </a:pPr>
            <a:endParaRPr lang="en-US" sz="3154">
              <a:solidFill>
                <a:srgbClr val="13394F"/>
              </a:solidFill>
              <a:latin typeface="Lexend Deca"/>
              <a:ea typeface="Lexend Deca"/>
              <a:cs typeface="Lexend Deca"/>
              <a:sym typeface="Lexend Deca"/>
            </a:endParaRPr>
          </a:p>
        </p:txBody>
      </p:sp>
      <p:grpSp>
        <p:nvGrpSpPr>
          <p:cNvPr id="13" name="Group 13"/>
          <p:cNvGrpSpPr/>
          <p:nvPr/>
        </p:nvGrpSpPr>
        <p:grpSpPr>
          <a:xfrm>
            <a:off x="6009685" y="1641926"/>
            <a:ext cx="4620558" cy="1238384"/>
            <a:chOff x="0" y="0"/>
            <a:chExt cx="4885457" cy="1309381"/>
          </a:xfrm>
        </p:grpSpPr>
        <p:sp>
          <p:nvSpPr>
            <p:cNvPr id="14" name="Freeform 14"/>
            <p:cNvSpPr/>
            <p:nvPr/>
          </p:nvSpPr>
          <p:spPr>
            <a:xfrm>
              <a:off x="0" y="0"/>
              <a:ext cx="4885434" cy="1309429"/>
            </a:xfrm>
            <a:custGeom>
              <a:avLst/>
              <a:gdLst/>
              <a:ahLst/>
              <a:cxnLst/>
              <a:rect l="l" t="t" r="r" b="b"/>
              <a:pathLst>
                <a:path w="4885434" h="1309429">
                  <a:moveTo>
                    <a:pt x="0" y="0"/>
                  </a:moveTo>
                  <a:lnTo>
                    <a:pt x="4885434" y="0"/>
                  </a:lnTo>
                  <a:lnTo>
                    <a:pt x="4885434" y="1309429"/>
                  </a:lnTo>
                  <a:lnTo>
                    <a:pt x="0" y="1309429"/>
                  </a:lnTo>
                  <a:close/>
                </a:path>
              </a:pathLst>
            </a:custGeom>
            <a:solidFill>
              <a:srgbClr val="FFFFFF">
                <a:alpha val="11765"/>
              </a:srgbClr>
            </a:solidFill>
          </p:spPr>
          <p:txBody>
            <a:bodyPr/>
            <a:lstStyle/>
            <a:p>
              <a:endParaRPr lang="en-US"/>
            </a:p>
          </p:txBody>
        </p:sp>
        <p:sp>
          <p:nvSpPr>
            <p:cNvPr id="15" name="TextBox 15"/>
            <p:cNvSpPr txBox="1"/>
            <p:nvPr/>
          </p:nvSpPr>
          <p:spPr>
            <a:xfrm>
              <a:off x="0" y="0"/>
              <a:ext cx="4885457" cy="1309381"/>
            </a:xfrm>
            <a:prstGeom prst="rect">
              <a:avLst/>
            </a:prstGeom>
          </p:spPr>
          <p:txBody>
            <a:bodyPr lIns="64061" tIns="64061" rIns="64061" bIns="64061" rtlCol="0" anchor="ctr"/>
            <a:lstStyle/>
            <a:p>
              <a:pPr algn="ctr">
                <a:lnSpc>
                  <a:spcPts val="6052"/>
                </a:lnSpc>
              </a:pPr>
              <a:r>
                <a:rPr lang="en-US" sz="5044">
                  <a:solidFill>
                    <a:srgbClr val="13394F"/>
                  </a:solidFill>
                  <a:latin typeface="Lexend Deca"/>
                  <a:ea typeface="Lexend Deca"/>
                  <a:cs typeface="Lexend Deca"/>
                  <a:sym typeface="Lexend Deca"/>
                </a:rPr>
                <a:t>2.2 Goals</a:t>
              </a: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C8EAFF"/>
        </a:solidFill>
        <a:effectLst/>
      </p:bgPr>
    </p:bg>
    <p:spTree>
      <p:nvGrpSpPr>
        <p:cNvPr id="1" name=""/>
        <p:cNvGrpSpPr/>
        <p:nvPr/>
      </p:nvGrpSpPr>
      <p:grpSpPr>
        <a:xfrm>
          <a:off x="0" y="0"/>
          <a:ext cx="0" cy="0"/>
          <a:chOff x="0" y="0"/>
          <a:chExt cx="0" cy="0"/>
        </a:xfrm>
      </p:grpSpPr>
      <p:sp>
        <p:nvSpPr>
          <p:cNvPr id="2" name="Freeform 2"/>
          <p:cNvSpPr/>
          <p:nvPr/>
        </p:nvSpPr>
        <p:spPr>
          <a:xfrm>
            <a:off x="0" y="0"/>
            <a:ext cx="18288006" cy="10287002"/>
          </a:xfrm>
          <a:custGeom>
            <a:avLst/>
            <a:gdLst/>
            <a:ahLst/>
            <a:cxnLst/>
            <a:rect l="l" t="t" r="r" b="b"/>
            <a:pathLst>
              <a:path w="18288006" h="10287002">
                <a:moveTo>
                  <a:pt x="0" y="0"/>
                </a:moveTo>
                <a:lnTo>
                  <a:pt x="18288006" y="0"/>
                </a:lnTo>
                <a:lnTo>
                  <a:pt x="18288006" y="10287002"/>
                </a:lnTo>
                <a:lnTo>
                  <a:pt x="0" y="10287002"/>
                </a:lnTo>
                <a:lnTo>
                  <a:pt x="0" y="0"/>
                </a:lnTo>
                <a:close/>
              </a:path>
            </a:pathLst>
          </a:custGeom>
          <a:blipFill>
            <a:blip r:embed="rId3">
              <a:alphaModFix amt="57999"/>
            </a:blip>
            <a:stretch>
              <a:fillRect/>
            </a:stretch>
          </a:blipFill>
        </p:spPr>
        <p:txBody>
          <a:bodyPr/>
          <a:lstStyle/>
          <a:p>
            <a:endParaRPr lang="en-US"/>
          </a:p>
        </p:txBody>
      </p:sp>
      <p:sp>
        <p:nvSpPr>
          <p:cNvPr id="3" name="Freeform 3"/>
          <p:cNvSpPr/>
          <p:nvPr/>
        </p:nvSpPr>
        <p:spPr>
          <a:xfrm>
            <a:off x="-3752848" y="1672294"/>
            <a:ext cx="10591802" cy="4732396"/>
          </a:xfrm>
          <a:custGeom>
            <a:avLst/>
            <a:gdLst/>
            <a:ahLst/>
            <a:cxnLst/>
            <a:rect l="l" t="t" r="r" b="b"/>
            <a:pathLst>
              <a:path w="10591802" h="4732396">
                <a:moveTo>
                  <a:pt x="0" y="0"/>
                </a:moveTo>
                <a:lnTo>
                  <a:pt x="10591802" y="0"/>
                </a:lnTo>
                <a:lnTo>
                  <a:pt x="10591802" y="4732396"/>
                </a:lnTo>
                <a:lnTo>
                  <a:pt x="0" y="4732396"/>
                </a:lnTo>
                <a:lnTo>
                  <a:pt x="0" y="0"/>
                </a:lnTo>
                <a:close/>
              </a:path>
            </a:pathLst>
          </a:custGeom>
          <a:blipFill>
            <a:blip r:embed="rId4"/>
            <a:stretch>
              <a:fillRect/>
            </a:stretch>
          </a:blipFill>
        </p:spPr>
        <p:txBody>
          <a:bodyPr/>
          <a:lstStyle/>
          <a:p>
            <a:endParaRPr lang="en-US"/>
          </a:p>
        </p:txBody>
      </p:sp>
      <p:sp>
        <p:nvSpPr>
          <p:cNvPr id="4" name="Freeform 4"/>
          <p:cNvSpPr/>
          <p:nvPr/>
        </p:nvSpPr>
        <p:spPr>
          <a:xfrm>
            <a:off x="11451352" y="-650896"/>
            <a:ext cx="10591798" cy="4503776"/>
          </a:xfrm>
          <a:custGeom>
            <a:avLst/>
            <a:gdLst/>
            <a:ahLst/>
            <a:cxnLst/>
            <a:rect l="l" t="t" r="r" b="b"/>
            <a:pathLst>
              <a:path w="10591798" h="4503776">
                <a:moveTo>
                  <a:pt x="0" y="0"/>
                </a:moveTo>
                <a:lnTo>
                  <a:pt x="10591798" y="0"/>
                </a:lnTo>
                <a:lnTo>
                  <a:pt x="10591798" y="4503776"/>
                </a:lnTo>
                <a:lnTo>
                  <a:pt x="0" y="4503776"/>
                </a:lnTo>
                <a:lnTo>
                  <a:pt x="0" y="0"/>
                </a:lnTo>
                <a:close/>
              </a:path>
            </a:pathLst>
          </a:custGeom>
          <a:blipFill>
            <a:blip r:embed="rId5"/>
            <a:stretch>
              <a:fillRect/>
            </a:stretch>
          </a:blipFill>
        </p:spPr>
        <p:txBody>
          <a:bodyPr/>
          <a:lstStyle/>
          <a:p>
            <a:endParaRPr lang="en-US"/>
          </a:p>
        </p:txBody>
      </p:sp>
      <p:sp>
        <p:nvSpPr>
          <p:cNvPr id="5" name="Freeform 5"/>
          <p:cNvSpPr/>
          <p:nvPr/>
        </p:nvSpPr>
        <p:spPr>
          <a:xfrm>
            <a:off x="2990852" y="-650880"/>
            <a:ext cx="10591796" cy="4814492"/>
          </a:xfrm>
          <a:custGeom>
            <a:avLst/>
            <a:gdLst/>
            <a:ahLst/>
            <a:cxnLst/>
            <a:rect l="l" t="t" r="r" b="b"/>
            <a:pathLst>
              <a:path w="10591796" h="4814492">
                <a:moveTo>
                  <a:pt x="0" y="0"/>
                </a:moveTo>
                <a:lnTo>
                  <a:pt x="10591796" y="0"/>
                </a:lnTo>
                <a:lnTo>
                  <a:pt x="10591796" y="4814492"/>
                </a:lnTo>
                <a:lnTo>
                  <a:pt x="0" y="4814492"/>
                </a:lnTo>
                <a:lnTo>
                  <a:pt x="0" y="0"/>
                </a:lnTo>
                <a:close/>
              </a:path>
            </a:pathLst>
          </a:custGeom>
          <a:blipFill>
            <a:blip r:embed="rId6"/>
            <a:stretch>
              <a:fillRect/>
            </a:stretch>
          </a:blipFill>
        </p:spPr>
        <p:txBody>
          <a:bodyPr/>
          <a:lstStyle/>
          <a:p>
            <a:endParaRPr lang="en-US"/>
          </a:p>
        </p:txBody>
      </p:sp>
      <p:sp>
        <p:nvSpPr>
          <p:cNvPr id="6" name="Freeform 6"/>
          <p:cNvSpPr/>
          <p:nvPr/>
        </p:nvSpPr>
        <p:spPr>
          <a:xfrm>
            <a:off x="-3162298" y="6404712"/>
            <a:ext cx="10591798" cy="5081356"/>
          </a:xfrm>
          <a:custGeom>
            <a:avLst/>
            <a:gdLst/>
            <a:ahLst/>
            <a:cxnLst/>
            <a:rect l="l" t="t" r="r" b="b"/>
            <a:pathLst>
              <a:path w="10591798" h="5081356">
                <a:moveTo>
                  <a:pt x="0" y="0"/>
                </a:moveTo>
                <a:lnTo>
                  <a:pt x="10591798" y="0"/>
                </a:lnTo>
                <a:lnTo>
                  <a:pt x="10591798" y="5081356"/>
                </a:lnTo>
                <a:lnTo>
                  <a:pt x="0" y="5081356"/>
                </a:lnTo>
                <a:lnTo>
                  <a:pt x="0" y="0"/>
                </a:lnTo>
                <a:close/>
              </a:path>
            </a:pathLst>
          </a:custGeom>
          <a:blipFill>
            <a:blip r:embed="rId7"/>
            <a:stretch>
              <a:fillRect/>
            </a:stretch>
          </a:blipFill>
        </p:spPr>
        <p:txBody>
          <a:bodyPr/>
          <a:lstStyle/>
          <a:p>
            <a:endParaRPr lang="en-US"/>
          </a:p>
        </p:txBody>
      </p:sp>
      <p:sp>
        <p:nvSpPr>
          <p:cNvPr id="7" name="TextBox 7"/>
          <p:cNvSpPr txBox="1"/>
          <p:nvPr/>
        </p:nvSpPr>
        <p:spPr>
          <a:xfrm>
            <a:off x="3693204" y="6439700"/>
            <a:ext cx="13076871" cy="1847850"/>
          </a:xfrm>
          <a:prstGeom prst="rect">
            <a:avLst/>
          </a:prstGeom>
        </p:spPr>
        <p:txBody>
          <a:bodyPr lIns="0" tIns="0" rIns="0" bIns="0" rtlCol="0" anchor="t">
            <a:spAutoFit/>
          </a:bodyPr>
          <a:lstStyle/>
          <a:p>
            <a:pPr algn="r">
              <a:lnSpc>
                <a:spcPts val="14400"/>
              </a:lnSpc>
            </a:pPr>
            <a:r>
              <a:rPr lang="en-US" sz="12000">
                <a:solidFill>
                  <a:srgbClr val="13394F"/>
                </a:solidFill>
                <a:latin typeface="Bebas Neue"/>
                <a:ea typeface="Bebas Neue"/>
                <a:cs typeface="Bebas Neue"/>
                <a:sym typeface="Bebas Neue"/>
              </a:rPr>
              <a:t>page Details &amp; gui</a:t>
            </a:r>
          </a:p>
        </p:txBody>
      </p:sp>
      <p:sp>
        <p:nvSpPr>
          <p:cNvPr id="8" name="TextBox 8"/>
          <p:cNvSpPr txBox="1"/>
          <p:nvPr/>
        </p:nvSpPr>
        <p:spPr>
          <a:xfrm>
            <a:off x="15160700" y="4661250"/>
            <a:ext cx="1618950" cy="1847850"/>
          </a:xfrm>
          <a:prstGeom prst="rect">
            <a:avLst/>
          </a:prstGeom>
        </p:spPr>
        <p:txBody>
          <a:bodyPr lIns="0" tIns="0" rIns="0" bIns="0" rtlCol="0" anchor="t">
            <a:spAutoFit/>
          </a:bodyPr>
          <a:lstStyle/>
          <a:p>
            <a:pPr algn="ctr">
              <a:lnSpc>
                <a:spcPts val="14400"/>
              </a:lnSpc>
            </a:pPr>
            <a:r>
              <a:rPr lang="en-US" sz="12000">
                <a:solidFill>
                  <a:srgbClr val="13394F"/>
                </a:solidFill>
                <a:latin typeface="Bebas Neue"/>
                <a:ea typeface="Bebas Neue"/>
                <a:cs typeface="Bebas Neue"/>
                <a:sym typeface="Bebas Neue"/>
              </a:rPr>
              <a:t>03</a:t>
            </a:r>
          </a:p>
        </p:txBody>
      </p:sp>
      <p:grpSp>
        <p:nvGrpSpPr>
          <p:cNvPr id="9" name="Group 9"/>
          <p:cNvGrpSpPr/>
          <p:nvPr/>
        </p:nvGrpSpPr>
        <p:grpSpPr>
          <a:xfrm>
            <a:off x="1951808" y="8231938"/>
            <a:ext cx="16230600" cy="1770863"/>
            <a:chOff x="0" y="0"/>
            <a:chExt cx="21640800" cy="2361150"/>
          </a:xfrm>
        </p:grpSpPr>
        <p:sp>
          <p:nvSpPr>
            <p:cNvPr id="10" name="Freeform 10"/>
            <p:cNvSpPr/>
            <p:nvPr/>
          </p:nvSpPr>
          <p:spPr>
            <a:xfrm>
              <a:off x="0" y="0"/>
              <a:ext cx="21640848" cy="2361134"/>
            </a:xfrm>
            <a:custGeom>
              <a:avLst/>
              <a:gdLst/>
              <a:ahLst/>
              <a:cxnLst/>
              <a:rect l="l" t="t" r="r" b="b"/>
              <a:pathLst>
                <a:path w="21640848" h="2361134">
                  <a:moveTo>
                    <a:pt x="0" y="0"/>
                  </a:moveTo>
                  <a:lnTo>
                    <a:pt x="21640848" y="0"/>
                  </a:lnTo>
                  <a:lnTo>
                    <a:pt x="21640848" y="2361134"/>
                  </a:lnTo>
                  <a:lnTo>
                    <a:pt x="0" y="2361134"/>
                  </a:lnTo>
                  <a:close/>
                </a:path>
              </a:pathLst>
            </a:custGeom>
            <a:solidFill>
              <a:srgbClr val="FFFFFF">
                <a:alpha val="11765"/>
              </a:srgbClr>
            </a:solidFill>
          </p:spPr>
          <p:txBody>
            <a:bodyPr/>
            <a:lstStyle/>
            <a:p>
              <a:endParaRPr lang="en-US"/>
            </a:p>
          </p:txBody>
        </p:sp>
        <p:sp>
          <p:nvSpPr>
            <p:cNvPr id="11" name="TextBox 11"/>
            <p:cNvSpPr txBox="1"/>
            <p:nvPr/>
          </p:nvSpPr>
          <p:spPr>
            <a:xfrm>
              <a:off x="0" y="9525"/>
              <a:ext cx="21640800" cy="2351625"/>
            </a:xfrm>
            <a:prstGeom prst="rect">
              <a:avLst/>
            </a:prstGeom>
          </p:spPr>
          <p:txBody>
            <a:bodyPr lIns="50800" tIns="50800" rIns="50800" bIns="50800" rtlCol="0" anchor="t"/>
            <a:lstStyle/>
            <a:p>
              <a:pPr algn="just">
                <a:lnSpc>
                  <a:spcPts val="3840"/>
                </a:lnSpc>
              </a:pPr>
              <a:r>
                <a:rPr lang="en-US" sz="3200">
                  <a:solidFill>
                    <a:srgbClr val="13394F"/>
                  </a:solidFill>
                  <a:latin typeface="Lexend Deca"/>
                  <a:ea typeface="Lexend Deca"/>
                  <a:cs typeface="Lexend Deca"/>
                  <a:sym typeface="Lexend Deca"/>
                </a:rPr>
                <a:t>Main page - Login - Sign up</a:t>
              </a:r>
            </a:p>
            <a:p>
              <a:pPr algn="just">
                <a:lnSpc>
                  <a:spcPts val="3840"/>
                </a:lnSpc>
              </a:pPr>
              <a:r>
                <a:rPr lang="en-US" sz="3200" u="sng">
                  <a:solidFill>
                    <a:srgbClr val="13394F"/>
                  </a:solidFill>
                  <a:latin typeface="Lexend Deca"/>
                  <a:ea typeface="Lexend Deca"/>
                  <a:cs typeface="Lexend Deca"/>
                  <a:sym typeface="Lexend Deca"/>
                </a:rPr>
                <a:t>User </a:t>
              </a:r>
              <a:r>
                <a:rPr lang="en-US" sz="3200">
                  <a:solidFill>
                    <a:srgbClr val="13394F"/>
                  </a:solidFill>
                  <a:latin typeface="Lexend Deca"/>
                  <a:ea typeface="Lexend Deca"/>
                  <a:cs typeface="Lexend Deca"/>
                  <a:sym typeface="Lexend Deca"/>
                </a:rPr>
                <a:t>: Main page (after login) - Book - Booked - Account User</a:t>
              </a:r>
            </a:p>
            <a:p>
              <a:pPr algn="just">
                <a:lnSpc>
                  <a:spcPts val="3840"/>
                </a:lnSpc>
              </a:pPr>
              <a:r>
                <a:rPr lang="en-US" sz="3200" u="sng">
                  <a:solidFill>
                    <a:srgbClr val="13394F"/>
                  </a:solidFill>
                  <a:latin typeface="Lexend Deca"/>
                  <a:ea typeface="Lexend Deca"/>
                  <a:cs typeface="Lexend Deca"/>
                  <a:sym typeface="Lexend Deca"/>
                </a:rPr>
                <a:t>Admin</a:t>
              </a:r>
              <a:r>
                <a:rPr lang="en-US" sz="3200">
                  <a:solidFill>
                    <a:srgbClr val="13394F"/>
                  </a:solidFill>
                  <a:latin typeface="Lexend Deca"/>
                  <a:ea typeface="Lexend Deca"/>
                  <a:cs typeface="Lexend Deca"/>
                  <a:sym typeface="Lexend Deca"/>
                </a:rPr>
                <a:t> : Main page (after login) - Manage Flight - Manage Airport  Account Admin</a:t>
              </a:r>
            </a:p>
          </p:txBody>
        </p:sp>
      </p:grpSp>
      <p:sp>
        <p:nvSpPr>
          <p:cNvPr id="12" name="Freeform 12"/>
          <p:cNvSpPr/>
          <p:nvPr/>
        </p:nvSpPr>
        <p:spPr>
          <a:xfrm>
            <a:off x="8303506" y="2822886"/>
            <a:ext cx="3527203" cy="3345634"/>
          </a:xfrm>
          <a:custGeom>
            <a:avLst/>
            <a:gdLst/>
            <a:ahLst/>
            <a:cxnLst/>
            <a:rect l="l" t="t" r="r" b="b"/>
            <a:pathLst>
              <a:path w="3527203" h="3345634">
                <a:moveTo>
                  <a:pt x="0" y="0"/>
                </a:moveTo>
                <a:lnTo>
                  <a:pt x="3527203" y="0"/>
                </a:lnTo>
                <a:lnTo>
                  <a:pt x="3527203" y="3345634"/>
                </a:lnTo>
                <a:lnTo>
                  <a:pt x="0" y="3345634"/>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US"/>
          </a:p>
        </p:txBody>
      </p:sp>
      <p:sp>
        <p:nvSpPr>
          <p:cNvPr id="13" name="Freeform 13"/>
          <p:cNvSpPr/>
          <p:nvPr/>
        </p:nvSpPr>
        <p:spPr>
          <a:xfrm>
            <a:off x="1279988" y="-781025"/>
            <a:ext cx="4674275" cy="5126472"/>
          </a:xfrm>
          <a:custGeom>
            <a:avLst/>
            <a:gdLst/>
            <a:ahLst/>
            <a:cxnLst/>
            <a:rect l="l" t="t" r="r" b="b"/>
            <a:pathLst>
              <a:path w="4674275" h="5126472">
                <a:moveTo>
                  <a:pt x="0" y="0"/>
                </a:moveTo>
                <a:lnTo>
                  <a:pt x="4674275" y="0"/>
                </a:lnTo>
                <a:lnTo>
                  <a:pt x="4674275" y="5126472"/>
                </a:lnTo>
                <a:lnTo>
                  <a:pt x="0" y="5126472"/>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US"/>
          </a:p>
        </p:txBody>
      </p:sp>
      <p:sp>
        <p:nvSpPr>
          <p:cNvPr id="14" name="Freeform 14"/>
          <p:cNvSpPr/>
          <p:nvPr/>
        </p:nvSpPr>
        <p:spPr>
          <a:xfrm>
            <a:off x="5372100" y="1136252"/>
            <a:ext cx="15087600" cy="1742950"/>
          </a:xfrm>
          <a:custGeom>
            <a:avLst/>
            <a:gdLst/>
            <a:ahLst/>
            <a:cxnLst/>
            <a:rect l="l" t="t" r="r" b="b"/>
            <a:pathLst>
              <a:path w="15087600" h="1742950">
                <a:moveTo>
                  <a:pt x="0" y="0"/>
                </a:moveTo>
                <a:lnTo>
                  <a:pt x="15087600" y="0"/>
                </a:lnTo>
                <a:lnTo>
                  <a:pt x="15087600" y="1742950"/>
                </a:lnTo>
                <a:lnTo>
                  <a:pt x="0" y="1742950"/>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endParaRPr lang="en-US"/>
          </a:p>
        </p:txBody>
      </p:sp>
      <p:sp>
        <p:nvSpPr>
          <p:cNvPr id="15" name="Freeform 15"/>
          <p:cNvSpPr/>
          <p:nvPr/>
        </p:nvSpPr>
        <p:spPr>
          <a:xfrm>
            <a:off x="1837504" y="4652888"/>
            <a:ext cx="6296850" cy="7158100"/>
          </a:xfrm>
          <a:custGeom>
            <a:avLst/>
            <a:gdLst/>
            <a:ahLst/>
            <a:cxnLst/>
            <a:rect l="l" t="t" r="r" b="b"/>
            <a:pathLst>
              <a:path w="6296850" h="7158100">
                <a:moveTo>
                  <a:pt x="0" y="0"/>
                </a:moveTo>
                <a:lnTo>
                  <a:pt x="6296850" y="0"/>
                </a:lnTo>
                <a:lnTo>
                  <a:pt x="6296850" y="7158100"/>
                </a:lnTo>
                <a:lnTo>
                  <a:pt x="0" y="7158100"/>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C8EAFF"/>
        </a:solidFill>
        <a:effectLst/>
      </p:bgPr>
    </p:bg>
    <p:spTree>
      <p:nvGrpSpPr>
        <p:cNvPr id="1" name=""/>
        <p:cNvGrpSpPr/>
        <p:nvPr/>
      </p:nvGrpSpPr>
      <p:grpSpPr>
        <a:xfrm>
          <a:off x="0" y="0"/>
          <a:ext cx="0" cy="0"/>
          <a:chOff x="0" y="0"/>
          <a:chExt cx="0" cy="0"/>
        </a:xfrm>
      </p:grpSpPr>
      <p:sp>
        <p:nvSpPr>
          <p:cNvPr id="2" name="Freeform 2"/>
          <p:cNvSpPr/>
          <p:nvPr/>
        </p:nvSpPr>
        <p:spPr>
          <a:xfrm>
            <a:off x="0" y="0"/>
            <a:ext cx="18288006" cy="10287002"/>
          </a:xfrm>
          <a:custGeom>
            <a:avLst/>
            <a:gdLst/>
            <a:ahLst/>
            <a:cxnLst/>
            <a:rect l="l" t="t" r="r" b="b"/>
            <a:pathLst>
              <a:path w="18288006" h="10287002">
                <a:moveTo>
                  <a:pt x="0" y="0"/>
                </a:moveTo>
                <a:lnTo>
                  <a:pt x="18288006" y="0"/>
                </a:lnTo>
                <a:lnTo>
                  <a:pt x="18288006" y="10287002"/>
                </a:lnTo>
                <a:lnTo>
                  <a:pt x="0" y="10287002"/>
                </a:lnTo>
                <a:lnTo>
                  <a:pt x="0" y="0"/>
                </a:lnTo>
                <a:close/>
              </a:path>
            </a:pathLst>
          </a:custGeom>
          <a:blipFill>
            <a:blip r:embed="rId3">
              <a:alphaModFix amt="57999"/>
            </a:blip>
            <a:stretch>
              <a:fillRect/>
            </a:stretch>
          </a:blipFill>
        </p:spPr>
        <p:txBody>
          <a:bodyPr/>
          <a:lstStyle/>
          <a:p>
            <a:endParaRPr lang="en-US"/>
          </a:p>
        </p:txBody>
      </p:sp>
      <p:sp>
        <p:nvSpPr>
          <p:cNvPr id="3" name="Freeform 3"/>
          <p:cNvSpPr/>
          <p:nvPr/>
        </p:nvSpPr>
        <p:spPr>
          <a:xfrm>
            <a:off x="9563102" y="6385612"/>
            <a:ext cx="10591798" cy="5081356"/>
          </a:xfrm>
          <a:custGeom>
            <a:avLst/>
            <a:gdLst/>
            <a:ahLst/>
            <a:cxnLst/>
            <a:rect l="l" t="t" r="r" b="b"/>
            <a:pathLst>
              <a:path w="10591798" h="5081356">
                <a:moveTo>
                  <a:pt x="0" y="0"/>
                </a:moveTo>
                <a:lnTo>
                  <a:pt x="10591798" y="0"/>
                </a:lnTo>
                <a:lnTo>
                  <a:pt x="10591798" y="5081356"/>
                </a:lnTo>
                <a:lnTo>
                  <a:pt x="0" y="5081356"/>
                </a:lnTo>
                <a:lnTo>
                  <a:pt x="0" y="0"/>
                </a:lnTo>
                <a:close/>
              </a:path>
            </a:pathLst>
          </a:custGeom>
          <a:blipFill>
            <a:blip r:embed="rId4"/>
            <a:stretch>
              <a:fillRect/>
            </a:stretch>
          </a:blipFill>
        </p:spPr>
        <p:txBody>
          <a:bodyPr/>
          <a:lstStyle/>
          <a:p>
            <a:endParaRPr lang="en-US"/>
          </a:p>
        </p:txBody>
      </p:sp>
      <p:sp>
        <p:nvSpPr>
          <p:cNvPr id="4" name="Freeform 4"/>
          <p:cNvSpPr/>
          <p:nvPr/>
        </p:nvSpPr>
        <p:spPr>
          <a:xfrm>
            <a:off x="-2324098" y="6921768"/>
            <a:ext cx="10591798" cy="4572496"/>
          </a:xfrm>
          <a:custGeom>
            <a:avLst/>
            <a:gdLst/>
            <a:ahLst/>
            <a:cxnLst/>
            <a:rect l="l" t="t" r="r" b="b"/>
            <a:pathLst>
              <a:path w="10591798" h="4572496">
                <a:moveTo>
                  <a:pt x="0" y="0"/>
                </a:moveTo>
                <a:lnTo>
                  <a:pt x="10591798" y="0"/>
                </a:lnTo>
                <a:lnTo>
                  <a:pt x="10591798" y="4572496"/>
                </a:lnTo>
                <a:lnTo>
                  <a:pt x="0" y="4572496"/>
                </a:lnTo>
                <a:lnTo>
                  <a:pt x="0" y="0"/>
                </a:lnTo>
                <a:close/>
              </a:path>
            </a:pathLst>
          </a:custGeom>
          <a:blipFill>
            <a:blip r:embed="rId5"/>
            <a:stretch>
              <a:fillRect/>
            </a:stretch>
          </a:blipFill>
        </p:spPr>
        <p:txBody>
          <a:bodyPr/>
          <a:lstStyle/>
          <a:p>
            <a:endParaRPr lang="en-US"/>
          </a:p>
        </p:txBody>
      </p:sp>
      <p:sp>
        <p:nvSpPr>
          <p:cNvPr id="5" name="Freeform 5"/>
          <p:cNvSpPr/>
          <p:nvPr/>
        </p:nvSpPr>
        <p:spPr>
          <a:xfrm>
            <a:off x="-816648" y="213894"/>
            <a:ext cx="7103150" cy="10873200"/>
          </a:xfrm>
          <a:custGeom>
            <a:avLst/>
            <a:gdLst/>
            <a:ahLst/>
            <a:cxnLst/>
            <a:rect l="l" t="t" r="r" b="b"/>
            <a:pathLst>
              <a:path w="7103150" h="10873200">
                <a:moveTo>
                  <a:pt x="0" y="0"/>
                </a:moveTo>
                <a:lnTo>
                  <a:pt x="7103150" y="0"/>
                </a:lnTo>
                <a:lnTo>
                  <a:pt x="7103150" y="10873200"/>
                </a:lnTo>
                <a:lnTo>
                  <a:pt x="0" y="108732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6" name="Freeform 6"/>
          <p:cNvSpPr/>
          <p:nvPr/>
        </p:nvSpPr>
        <p:spPr>
          <a:xfrm>
            <a:off x="3638550" y="8062618"/>
            <a:ext cx="15392400" cy="2700650"/>
          </a:xfrm>
          <a:custGeom>
            <a:avLst/>
            <a:gdLst/>
            <a:ahLst/>
            <a:cxnLst/>
            <a:rect l="l" t="t" r="r" b="b"/>
            <a:pathLst>
              <a:path w="15392400" h="2700650">
                <a:moveTo>
                  <a:pt x="0" y="0"/>
                </a:moveTo>
                <a:lnTo>
                  <a:pt x="15392400" y="0"/>
                </a:lnTo>
                <a:lnTo>
                  <a:pt x="15392400" y="2700650"/>
                </a:lnTo>
                <a:lnTo>
                  <a:pt x="0" y="270065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US"/>
          </a:p>
        </p:txBody>
      </p:sp>
      <p:sp>
        <p:nvSpPr>
          <p:cNvPr id="7" name="Freeform 7"/>
          <p:cNvSpPr/>
          <p:nvPr/>
        </p:nvSpPr>
        <p:spPr>
          <a:xfrm>
            <a:off x="5706486" y="-797696"/>
            <a:ext cx="4501864" cy="4202613"/>
          </a:xfrm>
          <a:custGeom>
            <a:avLst/>
            <a:gdLst/>
            <a:ahLst/>
            <a:cxnLst/>
            <a:rect l="l" t="t" r="r" b="b"/>
            <a:pathLst>
              <a:path w="4501864" h="4202613">
                <a:moveTo>
                  <a:pt x="0" y="0"/>
                </a:moveTo>
                <a:lnTo>
                  <a:pt x="4501864" y="0"/>
                </a:lnTo>
                <a:lnTo>
                  <a:pt x="4501864" y="4202613"/>
                </a:lnTo>
                <a:lnTo>
                  <a:pt x="0" y="4202613"/>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US"/>
          </a:p>
        </p:txBody>
      </p:sp>
      <p:sp>
        <p:nvSpPr>
          <p:cNvPr id="8" name="Freeform 8"/>
          <p:cNvSpPr/>
          <p:nvPr/>
        </p:nvSpPr>
        <p:spPr>
          <a:xfrm>
            <a:off x="10987323" y="2423404"/>
            <a:ext cx="7007000" cy="5440192"/>
          </a:xfrm>
          <a:custGeom>
            <a:avLst/>
            <a:gdLst/>
            <a:ahLst/>
            <a:cxnLst/>
            <a:rect l="l" t="t" r="r" b="b"/>
            <a:pathLst>
              <a:path w="7007000" h="5440192">
                <a:moveTo>
                  <a:pt x="0" y="0"/>
                </a:moveTo>
                <a:lnTo>
                  <a:pt x="7007000" y="0"/>
                </a:lnTo>
                <a:lnTo>
                  <a:pt x="7007000" y="5440192"/>
                </a:lnTo>
                <a:lnTo>
                  <a:pt x="0" y="5440192"/>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endParaRPr lang="en-US"/>
          </a:p>
        </p:txBody>
      </p:sp>
      <p:grpSp>
        <p:nvGrpSpPr>
          <p:cNvPr id="9" name="Group 9"/>
          <p:cNvGrpSpPr/>
          <p:nvPr/>
        </p:nvGrpSpPr>
        <p:grpSpPr>
          <a:xfrm>
            <a:off x="15722244" y="6667646"/>
            <a:ext cx="284400" cy="284400"/>
            <a:chOff x="0" y="0"/>
            <a:chExt cx="379200" cy="379200"/>
          </a:xfrm>
        </p:grpSpPr>
        <p:sp>
          <p:nvSpPr>
            <p:cNvPr id="10" name="Freeform 10"/>
            <p:cNvSpPr/>
            <p:nvPr/>
          </p:nvSpPr>
          <p:spPr>
            <a:xfrm>
              <a:off x="0" y="0"/>
              <a:ext cx="379222" cy="379222"/>
            </a:xfrm>
            <a:custGeom>
              <a:avLst/>
              <a:gdLst/>
              <a:ahLst/>
              <a:cxnLst/>
              <a:rect l="l" t="t" r="r" b="b"/>
              <a:pathLst>
                <a:path w="379222" h="379222">
                  <a:moveTo>
                    <a:pt x="0" y="189611"/>
                  </a:moveTo>
                  <a:cubicBezTo>
                    <a:pt x="0" y="84836"/>
                    <a:pt x="84836" y="0"/>
                    <a:pt x="189611" y="0"/>
                  </a:cubicBezTo>
                  <a:cubicBezTo>
                    <a:pt x="294386" y="0"/>
                    <a:pt x="379222" y="84836"/>
                    <a:pt x="379222" y="189611"/>
                  </a:cubicBezTo>
                  <a:cubicBezTo>
                    <a:pt x="379222" y="294386"/>
                    <a:pt x="294259" y="379222"/>
                    <a:pt x="189611" y="379222"/>
                  </a:cubicBezTo>
                  <a:cubicBezTo>
                    <a:pt x="84963" y="379222"/>
                    <a:pt x="0" y="294259"/>
                    <a:pt x="0" y="189611"/>
                  </a:cubicBezTo>
                  <a:close/>
                </a:path>
              </a:pathLst>
            </a:custGeom>
            <a:solidFill>
              <a:srgbClr val="D6D4B2"/>
            </a:solidFill>
          </p:spPr>
          <p:txBody>
            <a:bodyPr/>
            <a:lstStyle/>
            <a:p>
              <a:endParaRPr lang="en-US"/>
            </a:p>
          </p:txBody>
        </p:sp>
      </p:grpSp>
      <p:sp>
        <p:nvSpPr>
          <p:cNvPr id="11" name="Freeform 11"/>
          <p:cNvSpPr/>
          <p:nvPr/>
        </p:nvSpPr>
        <p:spPr>
          <a:xfrm>
            <a:off x="11334750" y="2895423"/>
            <a:ext cx="6218600" cy="3490189"/>
          </a:xfrm>
          <a:custGeom>
            <a:avLst/>
            <a:gdLst/>
            <a:ahLst/>
            <a:cxnLst/>
            <a:rect l="l" t="t" r="r" b="b"/>
            <a:pathLst>
              <a:path w="6218600" h="3490189">
                <a:moveTo>
                  <a:pt x="0" y="0"/>
                </a:moveTo>
                <a:lnTo>
                  <a:pt x="6218600" y="0"/>
                </a:lnTo>
                <a:lnTo>
                  <a:pt x="6218600" y="3490189"/>
                </a:lnTo>
                <a:lnTo>
                  <a:pt x="0" y="3490189"/>
                </a:lnTo>
                <a:lnTo>
                  <a:pt x="0" y="0"/>
                </a:lnTo>
                <a:close/>
              </a:path>
            </a:pathLst>
          </a:custGeom>
          <a:blipFill>
            <a:blip r:embed="rId14"/>
            <a:stretch>
              <a:fillRect/>
            </a:stretch>
          </a:blipFill>
        </p:spPr>
        <p:txBody>
          <a:bodyPr/>
          <a:lstStyle/>
          <a:p>
            <a:endParaRPr lang="en-US"/>
          </a:p>
        </p:txBody>
      </p:sp>
      <p:sp>
        <p:nvSpPr>
          <p:cNvPr id="12" name="TextBox 12"/>
          <p:cNvSpPr txBox="1"/>
          <p:nvPr/>
        </p:nvSpPr>
        <p:spPr>
          <a:xfrm>
            <a:off x="56511" y="223417"/>
            <a:ext cx="10782196" cy="10063583"/>
          </a:xfrm>
          <a:prstGeom prst="rect">
            <a:avLst/>
          </a:prstGeom>
        </p:spPr>
        <p:txBody>
          <a:bodyPr lIns="0" tIns="0" rIns="0" bIns="0" rtlCol="0" anchor="t">
            <a:spAutoFit/>
          </a:bodyPr>
          <a:lstStyle/>
          <a:p>
            <a:pPr algn="l">
              <a:lnSpc>
                <a:spcPts val="4453"/>
              </a:lnSpc>
            </a:pPr>
            <a:r>
              <a:rPr lang="en-US" sz="3711" u="sng" dirty="0">
                <a:solidFill>
                  <a:srgbClr val="13394F"/>
                </a:solidFill>
                <a:latin typeface="Lexend Deca"/>
                <a:ea typeface="Lexend Deca"/>
                <a:cs typeface="Lexend Deca"/>
                <a:sym typeface="Lexend Deca"/>
              </a:rPr>
              <a:t>Description</a:t>
            </a:r>
          </a:p>
          <a:p>
            <a:pPr algn="l">
              <a:lnSpc>
                <a:spcPts val="4453"/>
              </a:lnSpc>
            </a:pPr>
            <a:r>
              <a:rPr lang="en-US" sz="3711" dirty="0">
                <a:solidFill>
                  <a:srgbClr val="13394F"/>
                </a:solidFill>
                <a:latin typeface="Lexend Deca"/>
                <a:ea typeface="Lexend Deca"/>
                <a:cs typeface="Lexend Deca"/>
                <a:sym typeface="Lexend Deca"/>
              </a:rPr>
              <a:t>This page represents the landing page of the Flight Management System. It allows guests to view available flights without requiring authentication.</a:t>
            </a:r>
          </a:p>
          <a:p>
            <a:pPr algn="l">
              <a:lnSpc>
                <a:spcPts val="4453"/>
              </a:lnSpc>
            </a:pPr>
            <a:endParaRPr lang="en-US" sz="3711" dirty="0">
              <a:solidFill>
                <a:srgbClr val="13394F"/>
              </a:solidFill>
              <a:latin typeface="Lexend Deca"/>
              <a:ea typeface="Lexend Deca"/>
              <a:cs typeface="Lexend Deca"/>
              <a:sym typeface="Lexend Deca"/>
            </a:endParaRPr>
          </a:p>
          <a:p>
            <a:pPr algn="l">
              <a:lnSpc>
                <a:spcPts val="4453"/>
              </a:lnSpc>
            </a:pPr>
            <a:r>
              <a:rPr lang="en-US" sz="3711" u="sng" dirty="0">
                <a:solidFill>
                  <a:srgbClr val="13394F"/>
                </a:solidFill>
                <a:latin typeface="Lexend Deca"/>
                <a:ea typeface="Lexend Deca"/>
                <a:cs typeface="Lexend Deca"/>
                <a:sym typeface="Lexend Deca"/>
              </a:rPr>
              <a:t>Functionalities</a:t>
            </a:r>
          </a:p>
          <a:p>
            <a:pPr marL="801269" lvl="1" indent="-400635" algn="l">
              <a:lnSpc>
                <a:spcPts val="4453"/>
              </a:lnSpc>
              <a:buFont typeface="Arial"/>
              <a:buChar char="•"/>
            </a:pPr>
            <a:r>
              <a:rPr lang="en-US" sz="3711" dirty="0">
                <a:solidFill>
                  <a:srgbClr val="13394F"/>
                </a:solidFill>
                <a:latin typeface="Lexend Deca"/>
                <a:ea typeface="Lexend Deca"/>
                <a:cs typeface="Lexend Deca"/>
                <a:sym typeface="Lexend Deca"/>
              </a:rPr>
              <a:t>Display a list of available flights</a:t>
            </a:r>
          </a:p>
          <a:p>
            <a:pPr marL="801269" lvl="1" indent="-400635" algn="l">
              <a:lnSpc>
                <a:spcPts val="4453"/>
              </a:lnSpc>
              <a:buFont typeface="Arial"/>
              <a:buChar char="•"/>
            </a:pPr>
            <a:r>
              <a:rPr lang="en-US" sz="3711" dirty="0">
                <a:solidFill>
                  <a:srgbClr val="13394F"/>
                </a:solidFill>
                <a:latin typeface="Lexend Deca"/>
                <a:ea typeface="Lexend Deca"/>
                <a:cs typeface="Lexend Deca"/>
                <a:sym typeface="Lexend Deca"/>
              </a:rPr>
              <a:t>Search flights by:</a:t>
            </a:r>
          </a:p>
          <a:p>
            <a:pPr marL="1602539" lvl="2" indent="-534180" algn="l">
              <a:lnSpc>
                <a:spcPts val="4453"/>
              </a:lnSpc>
              <a:buFont typeface="Arial"/>
              <a:buChar char="⚬"/>
            </a:pPr>
            <a:r>
              <a:rPr lang="en-US" sz="3711" dirty="0">
                <a:solidFill>
                  <a:srgbClr val="13394F"/>
                </a:solidFill>
                <a:latin typeface="Lexend Deca"/>
                <a:ea typeface="Lexend Deca"/>
                <a:cs typeface="Lexend Deca"/>
                <a:sym typeface="Lexend Deca"/>
              </a:rPr>
              <a:t>Source airport</a:t>
            </a:r>
          </a:p>
          <a:p>
            <a:pPr marL="1602539" lvl="2" indent="-534180" algn="l">
              <a:lnSpc>
                <a:spcPts val="4453"/>
              </a:lnSpc>
              <a:buFont typeface="Arial"/>
              <a:buChar char="⚬"/>
            </a:pPr>
            <a:r>
              <a:rPr lang="en-US" sz="3711" dirty="0">
                <a:solidFill>
                  <a:srgbClr val="13394F"/>
                </a:solidFill>
                <a:latin typeface="Lexend Deca"/>
                <a:ea typeface="Lexend Deca"/>
                <a:cs typeface="Lexend Deca"/>
                <a:sym typeface="Lexend Deca"/>
              </a:rPr>
              <a:t>Destination airport</a:t>
            </a:r>
          </a:p>
          <a:p>
            <a:pPr marL="1602539" lvl="2" indent="-534180" algn="l">
              <a:lnSpc>
                <a:spcPts val="4453"/>
              </a:lnSpc>
              <a:buFont typeface="Arial"/>
              <a:buChar char="⚬"/>
            </a:pPr>
            <a:r>
              <a:rPr lang="en-US" sz="3711" dirty="0">
                <a:solidFill>
                  <a:srgbClr val="13394F"/>
                </a:solidFill>
                <a:latin typeface="Lexend Deca"/>
                <a:ea typeface="Lexend Deca"/>
                <a:cs typeface="Lexend Deca"/>
                <a:sym typeface="Lexend Deca"/>
              </a:rPr>
              <a:t>Date</a:t>
            </a:r>
          </a:p>
          <a:p>
            <a:pPr marL="801269" lvl="1" indent="-400635" algn="l">
              <a:lnSpc>
                <a:spcPts val="4453"/>
              </a:lnSpc>
              <a:buFont typeface="Arial"/>
              <a:buChar char="•"/>
            </a:pPr>
            <a:r>
              <a:rPr lang="en-US" sz="3711" dirty="0">
                <a:solidFill>
                  <a:srgbClr val="13394F"/>
                </a:solidFill>
                <a:latin typeface="Lexend Deca"/>
                <a:ea typeface="Lexend Deca"/>
                <a:cs typeface="Lexend Deca"/>
                <a:sym typeface="Lexend Deca"/>
              </a:rPr>
              <a:t>Redirect users to login or signup before booking</a:t>
            </a:r>
          </a:p>
          <a:p>
            <a:pPr algn="l">
              <a:lnSpc>
                <a:spcPts val="4453"/>
              </a:lnSpc>
            </a:pPr>
            <a:endParaRPr lang="en-US" sz="3711" dirty="0">
              <a:solidFill>
                <a:srgbClr val="13394F"/>
              </a:solidFill>
              <a:latin typeface="Lexend Deca"/>
              <a:ea typeface="Lexend Deca"/>
              <a:cs typeface="Lexend Deca"/>
              <a:sym typeface="Lexend Deca"/>
            </a:endParaRPr>
          </a:p>
          <a:p>
            <a:pPr algn="l">
              <a:lnSpc>
                <a:spcPts val="4453"/>
              </a:lnSpc>
            </a:pPr>
            <a:r>
              <a:rPr lang="en-US" sz="3711" u="sng" dirty="0">
                <a:solidFill>
                  <a:srgbClr val="13394F"/>
                </a:solidFill>
                <a:latin typeface="Lexend Deca"/>
                <a:ea typeface="Lexend Deca"/>
                <a:cs typeface="Lexend Deca"/>
                <a:sym typeface="Lexend Deca"/>
              </a:rPr>
              <a:t>Access Level</a:t>
            </a:r>
          </a:p>
          <a:p>
            <a:pPr algn="l">
              <a:lnSpc>
                <a:spcPts val="4453"/>
              </a:lnSpc>
            </a:pPr>
            <a:r>
              <a:rPr lang="en-US" sz="3711" dirty="0">
                <a:solidFill>
                  <a:srgbClr val="13394F"/>
                </a:solidFill>
                <a:latin typeface="Lexend Deca"/>
                <a:ea typeface="Lexend Deca"/>
                <a:cs typeface="Lexend Deca"/>
                <a:sym typeface="Lexend Deca"/>
              </a:rPr>
              <a:t>Guest / User</a:t>
            </a:r>
          </a:p>
          <a:p>
            <a:pPr algn="l">
              <a:lnSpc>
                <a:spcPts val="4453"/>
              </a:lnSpc>
            </a:pPr>
            <a:endParaRPr lang="en-US" sz="3711" dirty="0">
              <a:solidFill>
                <a:srgbClr val="13394F"/>
              </a:solidFill>
              <a:latin typeface="Lexend Deca"/>
              <a:ea typeface="Lexend Deca"/>
              <a:cs typeface="Lexend Deca"/>
              <a:sym typeface="Lexend Deca"/>
            </a:endParaRPr>
          </a:p>
        </p:txBody>
      </p:sp>
      <p:grpSp>
        <p:nvGrpSpPr>
          <p:cNvPr id="13" name="Group 13"/>
          <p:cNvGrpSpPr/>
          <p:nvPr/>
        </p:nvGrpSpPr>
        <p:grpSpPr>
          <a:xfrm>
            <a:off x="11581651" y="731183"/>
            <a:ext cx="5724798" cy="1144855"/>
            <a:chOff x="0" y="0"/>
            <a:chExt cx="6547506" cy="1309381"/>
          </a:xfrm>
        </p:grpSpPr>
        <p:sp>
          <p:nvSpPr>
            <p:cNvPr id="14" name="Freeform 14"/>
            <p:cNvSpPr/>
            <p:nvPr/>
          </p:nvSpPr>
          <p:spPr>
            <a:xfrm>
              <a:off x="0" y="0"/>
              <a:ext cx="6547475" cy="1309429"/>
            </a:xfrm>
            <a:custGeom>
              <a:avLst/>
              <a:gdLst/>
              <a:ahLst/>
              <a:cxnLst/>
              <a:rect l="l" t="t" r="r" b="b"/>
              <a:pathLst>
                <a:path w="6547475" h="1309429">
                  <a:moveTo>
                    <a:pt x="0" y="0"/>
                  </a:moveTo>
                  <a:lnTo>
                    <a:pt x="6547475" y="0"/>
                  </a:lnTo>
                  <a:lnTo>
                    <a:pt x="6547475" y="1309429"/>
                  </a:lnTo>
                  <a:lnTo>
                    <a:pt x="0" y="1309429"/>
                  </a:lnTo>
                  <a:close/>
                </a:path>
              </a:pathLst>
            </a:custGeom>
            <a:solidFill>
              <a:srgbClr val="FFFFFF">
                <a:alpha val="11765"/>
              </a:srgbClr>
            </a:solidFill>
          </p:spPr>
          <p:txBody>
            <a:bodyPr/>
            <a:lstStyle/>
            <a:p>
              <a:endParaRPr lang="en-US"/>
            </a:p>
          </p:txBody>
        </p:sp>
        <p:sp>
          <p:nvSpPr>
            <p:cNvPr id="15" name="TextBox 15"/>
            <p:cNvSpPr txBox="1"/>
            <p:nvPr/>
          </p:nvSpPr>
          <p:spPr>
            <a:xfrm>
              <a:off x="0" y="0"/>
              <a:ext cx="6547506" cy="1309381"/>
            </a:xfrm>
            <a:prstGeom prst="rect">
              <a:avLst/>
            </a:prstGeom>
          </p:spPr>
          <p:txBody>
            <a:bodyPr lIns="59223" tIns="59223" rIns="59223" bIns="59223" rtlCol="0" anchor="ctr"/>
            <a:lstStyle/>
            <a:p>
              <a:pPr algn="ctr">
                <a:lnSpc>
                  <a:spcPts val="5595"/>
                </a:lnSpc>
              </a:pPr>
              <a:r>
                <a:rPr lang="en-US" sz="4663">
                  <a:solidFill>
                    <a:srgbClr val="13394F"/>
                  </a:solidFill>
                  <a:latin typeface="Lexend Deca"/>
                  <a:ea typeface="Lexend Deca"/>
                  <a:cs typeface="Lexend Deca"/>
                  <a:sym typeface="Lexend Deca"/>
                </a:rPr>
                <a:t>3.1 Main Page</a:t>
              </a:r>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C8EAFF"/>
        </a:solidFill>
        <a:effectLst/>
      </p:bgPr>
    </p:bg>
    <p:spTree>
      <p:nvGrpSpPr>
        <p:cNvPr id="1" name=""/>
        <p:cNvGrpSpPr/>
        <p:nvPr/>
      </p:nvGrpSpPr>
      <p:grpSpPr>
        <a:xfrm>
          <a:off x="0" y="0"/>
          <a:ext cx="0" cy="0"/>
          <a:chOff x="0" y="0"/>
          <a:chExt cx="0" cy="0"/>
        </a:xfrm>
      </p:grpSpPr>
      <p:sp>
        <p:nvSpPr>
          <p:cNvPr id="2" name="Freeform 2"/>
          <p:cNvSpPr/>
          <p:nvPr/>
        </p:nvSpPr>
        <p:spPr>
          <a:xfrm>
            <a:off x="0" y="0"/>
            <a:ext cx="18288006" cy="10287002"/>
          </a:xfrm>
          <a:custGeom>
            <a:avLst/>
            <a:gdLst/>
            <a:ahLst/>
            <a:cxnLst/>
            <a:rect l="l" t="t" r="r" b="b"/>
            <a:pathLst>
              <a:path w="18288006" h="10287002">
                <a:moveTo>
                  <a:pt x="0" y="0"/>
                </a:moveTo>
                <a:lnTo>
                  <a:pt x="18288006" y="0"/>
                </a:lnTo>
                <a:lnTo>
                  <a:pt x="18288006" y="10287002"/>
                </a:lnTo>
                <a:lnTo>
                  <a:pt x="0" y="10287002"/>
                </a:lnTo>
                <a:lnTo>
                  <a:pt x="0" y="0"/>
                </a:lnTo>
                <a:close/>
              </a:path>
            </a:pathLst>
          </a:custGeom>
          <a:blipFill>
            <a:blip r:embed="rId3">
              <a:alphaModFix amt="57999"/>
            </a:blip>
            <a:stretch>
              <a:fillRect/>
            </a:stretch>
          </a:blipFill>
        </p:spPr>
        <p:txBody>
          <a:bodyPr/>
          <a:lstStyle/>
          <a:p>
            <a:endParaRPr lang="en-US"/>
          </a:p>
        </p:txBody>
      </p:sp>
      <p:sp>
        <p:nvSpPr>
          <p:cNvPr id="3" name="Freeform 3"/>
          <p:cNvSpPr/>
          <p:nvPr/>
        </p:nvSpPr>
        <p:spPr>
          <a:xfrm>
            <a:off x="12668252" y="-1883382"/>
            <a:ext cx="10591798" cy="4572496"/>
          </a:xfrm>
          <a:custGeom>
            <a:avLst/>
            <a:gdLst/>
            <a:ahLst/>
            <a:cxnLst/>
            <a:rect l="l" t="t" r="r" b="b"/>
            <a:pathLst>
              <a:path w="10591798" h="4572496">
                <a:moveTo>
                  <a:pt x="0" y="0"/>
                </a:moveTo>
                <a:lnTo>
                  <a:pt x="10591798" y="0"/>
                </a:lnTo>
                <a:lnTo>
                  <a:pt x="10591798" y="4572496"/>
                </a:lnTo>
                <a:lnTo>
                  <a:pt x="0" y="4572496"/>
                </a:lnTo>
                <a:lnTo>
                  <a:pt x="0" y="0"/>
                </a:lnTo>
                <a:close/>
              </a:path>
            </a:pathLst>
          </a:custGeom>
          <a:blipFill>
            <a:blip r:embed="rId4"/>
            <a:stretch>
              <a:fillRect/>
            </a:stretch>
          </a:blipFill>
        </p:spPr>
        <p:txBody>
          <a:bodyPr/>
          <a:lstStyle/>
          <a:p>
            <a:endParaRPr lang="en-US"/>
          </a:p>
        </p:txBody>
      </p:sp>
      <p:sp>
        <p:nvSpPr>
          <p:cNvPr id="4" name="Freeform 4"/>
          <p:cNvSpPr/>
          <p:nvPr/>
        </p:nvSpPr>
        <p:spPr>
          <a:xfrm>
            <a:off x="11565652" y="7300104"/>
            <a:ext cx="10591798" cy="4503776"/>
          </a:xfrm>
          <a:custGeom>
            <a:avLst/>
            <a:gdLst/>
            <a:ahLst/>
            <a:cxnLst/>
            <a:rect l="l" t="t" r="r" b="b"/>
            <a:pathLst>
              <a:path w="10591798" h="4503776">
                <a:moveTo>
                  <a:pt x="0" y="0"/>
                </a:moveTo>
                <a:lnTo>
                  <a:pt x="10591798" y="0"/>
                </a:lnTo>
                <a:lnTo>
                  <a:pt x="10591798" y="4503776"/>
                </a:lnTo>
                <a:lnTo>
                  <a:pt x="0" y="4503776"/>
                </a:lnTo>
                <a:lnTo>
                  <a:pt x="0" y="0"/>
                </a:lnTo>
                <a:close/>
              </a:path>
            </a:pathLst>
          </a:custGeom>
          <a:blipFill>
            <a:blip r:embed="rId5"/>
            <a:stretch>
              <a:fillRect/>
            </a:stretch>
          </a:blipFill>
        </p:spPr>
        <p:txBody>
          <a:bodyPr/>
          <a:lstStyle/>
          <a:p>
            <a:endParaRPr lang="en-US"/>
          </a:p>
        </p:txBody>
      </p:sp>
      <p:sp>
        <p:nvSpPr>
          <p:cNvPr id="5" name="Freeform 5"/>
          <p:cNvSpPr/>
          <p:nvPr/>
        </p:nvSpPr>
        <p:spPr>
          <a:xfrm flipH="1">
            <a:off x="-4686298" y="-1883380"/>
            <a:ext cx="10591796" cy="4814492"/>
          </a:xfrm>
          <a:custGeom>
            <a:avLst/>
            <a:gdLst/>
            <a:ahLst/>
            <a:cxnLst/>
            <a:rect l="l" t="t" r="r" b="b"/>
            <a:pathLst>
              <a:path w="10591796" h="4814492">
                <a:moveTo>
                  <a:pt x="10591796" y="0"/>
                </a:moveTo>
                <a:lnTo>
                  <a:pt x="0" y="0"/>
                </a:lnTo>
                <a:lnTo>
                  <a:pt x="0" y="4814492"/>
                </a:lnTo>
                <a:lnTo>
                  <a:pt x="10591796" y="4814492"/>
                </a:lnTo>
                <a:lnTo>
                  <a:pt x="10591796" y="0"/>
                </a:lnTo>
                <a:close/>
              </a:path>
            </a:pathLst>
          </a:custGeom>
          <a:blipFill>
            <a:blip r:embed="rId6"/>
            <a:stretch>
              <a:fillRect/>
            </a:stretch>
          </a:blipFill>
        </p:spPr>
        <p:txBody>
          <a:bodyPr/>
          <a:lstStyle/>
          <a:p>
            <a:endParaRPr lang="en-US"/>
          </a:p>
        </p:txBody>
      </p:sp>
      <p:sp>
        <p:nvSpPr>
          <p:cNvPr id="6" name="Freeform 6"/>
          <p:cNvSpPr/>
          <p:nvPr/>
        </p:nvSpPr>
        <p:spPr>
          <a:xfrm>
            <a:off x="15042189" y="8257445"/>
            <a:ext cx="4154838" cy="4109514"/>
          </a:xfrm>
          <a:custGeom>
            <a:avLst/>
            <a:gdLst/>
            <a:ahLst/>
            <a:cxnLst/>
            <a:rect l="l" t="t" r="r" b="b"/>
            <a:pathLst>
              <a:path w="4154838" h="4109514">
                <a:moveTo>
                  <a:pt x="0" y="0"/>
                </a:moveTo>
                <a:lnTo>
                  <a:pt x="4154838" y="0"/>
                </a:lnTo>
                <a:lnTo>
                  <a:pt x="4154838" y="4109514"/>
                </a:lnTo>
                <a:lnTo>
                  <a:pt x="0" y="4109514"/>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US"/>
          </a:p>
        </p:txBody>
      </p:sp>
      <p:sp>
        <p:nvSpPr>
          <p:cNvPr id="7" name="Freeform 7"/>
          <p:cNvSpPr/>
          <p:nvPr/>
        </p:nvSpPr>
        <p:spPr>
          <a:xfrm>
            <a:off x="8077200" y="-666750"/>
            <a:ext cx="10706100" cy="5886450"/>
          </a:xfrm>
          <a:custGeom>
            <a:avLst/>
            <a:gdLst/>
            <a:ahLst/>
            <a:cxnLst/>
            <a:rect l="l" t="t" r="r" b="b"/>
            <a:pathLst>
              <a:path w="10706100" h="5886450">
                <a:moveTo>
                  <a:pt x="0" y="0"/>
                </a:moveTo>
                <a:lnTo>
                  <a:pt x="10706100" y="0"/>
                </a:lnTo>
                <a:lnTo>
                  <a:pt x="10706100" y="5886450"/>
                </a:lnTo>
                <a:lnTo>
                  <a:pt x="0" y="5886450"/>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US"/>
          </a:p>
        </p:txBody>
      </p:sp>
      <p:sp>
        <p:nvSpPr>
          <p:cNvPr id="8" name="Freeform 8"/>
          <p:cNvSpPr/>
          <p:nvPr/>
        </p:nvSpPr>
        <p:spPr>
          <a:xfrm>
            <a:off x="-590550" y="7429500"/>
            <a:ext cx="15773400" cy="3714750"/>
          </a:xfrm>
          <a:custGeom>
            <a:avLst/>
            <a:gdLst/>
            <a:ahLst/>
            <a:cxnLst/>
            <a:rect l="l" t="t" r="r" b="b"/>
            <a:pathLst>
              <a:path w="15773400" h="3714750">
                <a:moveTo>
                  <a:pt x="0" y="0"/>
                </a:moveTo>
                <a:lnTo>
                  <a:pt x="15773400" y="0"/>
                </a:lnTo>
                <a:lnTo>
                  <a:pt x="15773400" y="3714750"/>
                </a:lnTo>
                <a:lnTo>
                  <a:pt x="0" y="3714750"/>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txBody>
          <a:bodyPr/>
          <a:lstStyle/>
          <a:p>
            <a:endParaRPr lang="en-US"/>
          </a:p>
        </p:txBody>
      </p:sp>
      <p:sp>
        <p:nvSpPr>
          <p:cNvPr id="9" name="Freeform 9"/>
          <p:cNvSpPr/>
          <p:nvPr/>
        </p:nvSpPr>
        <p:spPr>
          <a:xfrm>
            <a:off x="609600" y="1028700"/>
            <a:ext cx="16843164" cy="8032870"/>
          </a:xfrm>
          <a:custGeom>
            <a:avLst/>
            <a:gdLst/>
            <a:ahLst/>
            <a:cxnLst/>
            <a:rect l="l" t="t" r="r" b="b"/>
            <a:pathLst>
              <a:path w="16843164" h="8032870">
                <a:moveTo>
                  <a:pt x="0" y="0"/>
                </a:moveTo>
                <a:lnTo>
                  <a:pt x="16843164" y="0"/>
                </a:lnTo>
                <a:lnTo>
                  <a:pt x="16843164" y="8032870"/>
                </a:lnTo>
                <a:lnTo>
                  <a:pt x="0" y="8032870"/>
                </a:lnTo>
                <a:lnTo>
                  <a:pt x="0" y="0"/>
                </a:lnTo>
                <a:close/>
              </a:path>
            </a:pathLst>
          </a:custGeom>
          <a:blipFill>
            <a:blip r:embed="rId13"/>
            <a:stretch>
              <a:fillRect t="-4081" r="-2149" b="-4081"/>
            </a:stretch>
          </a:blipFill>
        </p:spPr>
        <p:txBody>
          <a:bodyPr/>
          <a:lstStyle/>
          <a:p>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BEE1FB"/>
        </a:solidFill>
        <a:effectLst/>
      </p:bgPr>
    </p:bg>
    <p:spTree>
      <p:nvGrpSpPr>
        <p:cNvPr id="1" name=""/>
        <p:cNvGrpSpPr/>
        <p:nvPr/>
      </p:nvGrpSpPr>
      <p:grpSpPr>
        <a:xfrm>
          <a:off x="0" y="0"/>
          <a:ext cx="0" cy="0"/>
          <a:chOff x="0" y="0"/>
          <a:chExt cx="0" cy="0"/>
        </a:xfrm>
      </p:grpSpPr>
      <p:sp>
        <p:nvSpPr>
          <p:cNvPr id="2" name="Freeform 2"/>
          <p:cNvSpPr/>
          <p:nvPr/>
        </p:nvSpPr>
        <p:spPr>
          <a:xfrm>
            <a:off x="0" y="0"/>
            <a:ext cx="18288006" cy="10287002"/>
          </a:xfrm>
          <a:custGeom>
            <a:avLst/>
            <a:gdLst/>
            <a:ahLst/>
            <a:cxnLst/>
            <a:rect l="l" t="t" r="r" b="b"/>
            <a:pathLst>
              <a:path w="18288006" h="10287002">
                <a:moveTo>
                  <a:pt x="0" y="0"/>
                </a:moveTo>
                <a:lnTo>
                  <a:pt x="18288006" y="0"/>
                </a:lnTo>
                <a:lnTo>
                  <a:pt x="18288006" y="10287002"/>
                </a:lnTo>
                <a:lnTo>
                  <a:pt x="0" y="10287002"/>
                </a:lnTo>
                <a:lnTo>
                  <a:pt x="0" y="0"/>
                </a:lnTo>
                <a:close/>
              </a:path>
            </a:pathLst>
          </a:custGeom>
          <a:blipFill>
            <a:blip r:embed="rId3">
              <a:alphaModFix amt="57999"/>
            </a:blip>
            <a:stretch>
              <a:fillRect/>
            </a:stretch>
          </a:blipFill>
        </p:spPr>
        <p:txBody>
          <a:bodyPr/>
          <a:lstStyle/>
          <a:p>
            <a:endParaRPr lang="en-US"/>
          </a:p>
        </p:txBody>
      </p:sp>
      <p:sp>
        <p:nvSpPr>
          <p:cNvPr id="3" name="Freeform 3"/>
          <p:cNvSpPr/>
          <p:nvPr/>
        </p:nvSpPr>
        <p:spPr>
          <a:xfrm>
            <a:off x="9563102" y="6385612"/>
            <a:ext cx="10591798" cy="5081356"/>
          </a:xfrm>
          <a:custGeom>
            <a:avLst/>
            <a:gdLst/>
            <a:ahLst/>
            <a:cxnLst/>
            <a:rect l="l" t="t" r="r" b="b"/>
            <a:pathLst>
              <a:path w="10591798" h="5081356">
                <a:moveTo>
                  <a:pt x="0" y="0"/>
                </a:moveTo>
                <a:lnTo>
                  <a:pt x="10591798" y="0"/>
                </a:lnTo>
                <a:lnTo>
                  <a:pt x="10591798" y="5081356"/>
                </a:lnTo>
                <a:lnTo>
                  <a:pt x="0" y="5081356"/>
                </a:lnTo>
                <a:lnTo>
                  <a:pt x="0" y="0"/>
                </a:lnTo>
                <a:close/>
              </a:path>
            </a:pathLst>
          </a:custGeom>
          <a:blipFill>
            <a:blip r:embed="rId4"/>
            <a:stretch>
              <a:fillRect/>
            </a:stretch>
          </a:blipFill>
        </p:spPr>
        <p:txBody>
          <a:bodyPr/>
          <a:lstStyle/>
          <a:p>
            <a:endParaRPr lang="en-US"/>
          </a:p>
        </p:txBody>
      </p:sp>
      <p:sp>
        <p:nvSpPr>
          <p:cNvPr id="4" name="Freeform 4"/>
          <p:cNvSpPr/>
          <p:nvPr/>
        </p:nvSpPr>
        <p:spPr>
          <a:xfrm>
            <a:off x="-2324098" y="6921768"/>
            <a:ext cx="10591798" cy="4572496"/>
          </a:xfrm>
          <a:custGeom>
            <a:avLst/>
            <a:gdLst/>
            <a:ahLst/>
            <a:cxnLst/>
            <a:rect l="l" t="t" r="r" b="b"/>
            <a:pathLst>
              <a:path w="10591798" h="4572496">
                <a:moveTo>
                  <a:pt x="0" y="0"/>
                </a:moveTo>
                <a:lnTo>
                  <a:pt x="10591798" y="0"/>
                </a:lnTo>
                <a:lnTo>
                  <a:pt x="10591798" y="4572496"/>
                </a:lnTo>
                <a:lnTo>
                  <a:pt x="0" y="4572496"/>
                </a:lnTo>
                <a:lnTo>
                  <a:pt x="0" y="0"/>
                </a:lnTo>
                <a:close/>
              </a:path>
            </a:pathLst>
          </a:custGeom>
          <a:blipFill>
            <a:blip r:embed="rId5"/>
            <a:stretch>
              <a:fillRect/>
            </a:stretch>
          </a:blipFill>
        </p:spPr>
        <p:txBody>
          <a:bodyPr/>
          <a:lstStyle/>
          <a:p>
            <a:endParaRPr lang="en-US"/>
          </a:p>
        </p:txBody>
      </p:sp>
      <p:sp>
        <p:nvSpPr>
          <p:cNvPr id="5" name="Freeform 5"/>
          <p:cNvSpPr/>
          <p:nvPr/>
        </p:nvSpPr>
        <p:spPr>
          <a:xfrm>
            <a:off x="-816648" y="213894"/>
            <a:ext cx="7103150" cy="10873200"/>
          </a:xfrm>
          <a:custGeom>
            <a:avLst/>
            <a:gdLst/>
            <a:ahLst/>
            <a:cxnLst/>
            <a:rect l="l" t="t" r="r" b="b"/>
            <a:pathLst>
              <a:path w="7103150" h="10873200">
                <a:moveTo>
                  <a:pt x="0" y="0"/>
                </a:moveTo>
                <a:lnTo>
                  <a:pt x="7103150" y="0"/>
                </a:lnTo>
                <a:lnTo>
                  <a:pt x="7103150" y="10873200"/>
                </a:lnTo>
                <a:lnTo>
                  <a:pt x="0" y="108732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6" name="Freeform 6"/>
          <p:cNvSpPr/>
          <p:nvPr/>
        </p:nvSpPr>
        <p:spPr>
          <a:xfrm>
            <a:off x="3638550" y="8062618"/>
            <a:ext cx="15392400" cy="2700650"/>
          </a:xfrm>
          <a:custGeom>
            <a:avLst/>
            <a:gdLst/>
            <a:ahLst/>
            <a:cxnLst/>
            <a:rect l="l" t="t" r="r" b="b"/>
            <a:pathLst>
              <a:path w="15392400" h="2700650">
                <a:moveTo>
                  <a:pt x="0" y="0"/>
                </a:moveTo>
                <a:lnTo>
                  <a:pt x="15392400" y="0"/>
                </a:lnTo>
                <a:lnTo>
                  <a:pt x="15392400" y="2700650"/>
                </a:lnTo>
                <a:lnTo>
                  <a:pt x="0" y="270065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US"/>
          </a:p>
        </p:txBody>
      </p:sp>
      <p:sp>
        <p:nvSpPr>
          <p:cNvPr id="7" name="Freeform 7"/>
          <p:cNvSpPr/>
          <p:nvPr/>
        </p:nvSpPr>
        <p:spPr>
          <a:xfrm>
            <a:off x="5706486" y="-797696"/>
            <a:ext cx="4501864" cy="4202613"/>
          </a:xfrm>
          <a:custGeom>
            <a:avLst/>
            <a:gdLst/>
            <a:ahLst/>
            <a:cxnLst/>
            <a:rect l="l" t="t" r="r" b="b"/>
            <a:pathLst>
              <a:path w="4501864" h="4202613">
                <a:moveTo>
                  <a:pt x="0" y="0"/>
                </a:moveTo>
                <a:lnTo>
                  <a:pt x="4501864" y="0"/>
                </a:lnTo>
                <a:lnTo>
                  <a:pt x="4501864" y="4202613"/>
                </a:lnTo>
                <a:lnTo>
                  <a:pt x="0" y="4202613"/>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US"/>
          </a:p>
        </p:txBody>
      </p:sp>
      <p:sp>
        <p:nvSpPr>
          <p:cNvPr id="8" name="Freeform 8"/>
          <p:cNvSpPr/>
          <p:nvPr/>
        </p:nvSpPr>
        <p:spPr>
          <a:xfrm>
            <a:off x="10987323" y="2423404"/>
            <a:ext cx="7007000" cy="5440192"/>
          </a:xfrm>
          <a:custGeom>
            <a:avLst/>
            <a:gdLst/>
            <a:ahLst/>
            <a:cxnLst/>
            <a:rect l="l" t="t" r="r" b="b"/>
            <a:pathLst>
              <a:path w="7007000" h="5440192">
                <a:moveTo>
                  <a:pt x="0" y="0"/>
                </a:moveTo>
                <a:lnTo>
                  <a:pt x="7007000" y="0"/>
                </a:lnTo>
                <a:lnTo>
                  <a:pt x="7007000" y="5440192"/>
                </a:lnTo>
                <a:lnTo>
                  <a:pt x="0" y="5440192"/>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endParaRPr lang="en-US"/>
          </a:p>
        </p:txBody>
      </p:sp>
      <p:grpSp>
        <p:nvGrpSpPr>
          <p:cNvPr id="9" name="Group 9"/>
          <p:cNvGrpSpPr/>
          <p:nvPr/>
        </p:nvGrpSpPr>
        <p:grpSpPr>
          <a:xfrm>
            <a:off x="15722244" y="6667646"/>
            <a:ext cx="284400" cy="284400"/>
            <a:chOff x="0" y="0"/>
            <a:chExt cx="379200" cy="379200"/>
          </a:xfrm>
        </p:grpSpPr>
        <p:sp>
          <p:nvSpPr>
            <p:cNvPr id="10" name="Freeform 10"/>
            <p:cNvSpPr/>
            <p:nvPr/>
          </p:nvSpPr>
          <p:spPr>
            <a:xfrm>
              <a:off x="0" y="0"/>
              <a:ext cx="379222" cy="379222"/>
            </a:xfrm>
            <a:custGeom>
              <a:avLst/>
              <a:gdLst/>
              <a:ahLst/>
              <a:cxnLst/>
              <a:rect l="l" t="t" r="r" b="b"/>
              <a:pathLst>
                <a:path w="379222" h="379222">
                  <a:moveTo>
                    <a:pt x="0" y="189611"/>
                  </a:moveTo>
                  <a:cubicBezTo>
                    <a:pt x="0" y="84836"/>
                    <a:pt x="84836" y="0"/>
                    <a:pt x="189611" y="0"/>
                  </a:cubicBezTo>
                  <a:cubicBezTo>
                    <a:pt x="294386" y="0"/>
                    <a:pt x="379222" y="84836"/>
                    <a:pt x="379222" y="189611"/>
                  </a:cubicBezTo>
                  <a:cubicBezTo>
                    <a:pt x="379222" y="294386"/>
                    <a:pt x="294259" y="379222"/>
                    <a:pt x="189611" y="379222"/>
                  </a:cubicBezTo>
                  <a:cubicBezTo>
                    <a:pt x="84963" y="379222"/>
                    <a:pt x="0" y="294259"/>
                    <a:pt x="0" y="189611"/>
                  </a:cubicBezTo>
                  <a:close/>
                </a:path>
              </a:pathLst>
            </a:custGeom>
            <a:solidFill>
              <a:srgbClr val="D6D4B2"/>
            </a:solidFill>
          </p:spPr>
          <p:txBody>
            <a:bodyPr/>
            <a:lstStyle/>
            <a:p>
              <a:endParaRPr lang="en-US"/>
            </a:p>
          </p:txBody>
        </p:sp>
      </p:grpSp>
      <p:sp>
        <p:nvSpPr>
          <p:cNvPr id="11" name="Freeform 11"/>
          <p:cNvSpPr/>
          <p:nvPr/>
        </p:nvSpPr>
        <p:spPr>
          <a:xfrm>
            <a:off x="11334750" y="2895423"/>
            <a:ext cx="6218600" cy="3490189"/>
          </a:xfrm>
          <a:custGeom>
            <a:avLst/>
            <a:gdLst/>
            <a:ahLst/>
            <a:cxnLst/>
            <a:rect l="l" t="t" r="r" b="b"/>
            <a:pathLst>
              <a:path w="6218600" h="3490189">
                <a:moveTo>
                  <a:pt x="0" y="0"/>
                </a:moveTo>
                <a:lnTo>
                  <a:pt x="6218600" y="0"/>
                </a:lnTo>
                <a:lnTo>
                  <a:pt x="6218600" y="3490189"/>
                </a:lnTo>
                <a:lnTo>
                  <a:pt x="0" y="3490189"/>
                </a:lnTo>
                <a:lnTo>
                  <a:pt x="0" y="0"/>
                </a:lnTo>
                <a:close/>
              </a:path>
            </a:pathLst>
          </a:custGeom>
          <a:blipFill>
            <a:blip r:embed="rId14"/>
            <a:stretch>
              <a:fillRect/>
            </a:stretch>
          </a:blipFill>
        </p:spPr>
        <p:txBody>
          <a:bodyPr/>
          <a:lstStyle/>
          <a:p>
            <a:endParaRPr lang="en-US"/>
          </a:p>
        </p:txBody>
      </p:sp>
      <p:sp>
        <p:nvSpPr>
          <p:cNvPr id="12" name="TextBox 12"/>
          <p:cNvSpPr txBox="1"/>
          <p:nvPr/>
        </p:nvSpPr>
        <p:spPr>
          <a:xfrm>
            <a:off x="205127" y="1726194"/>
            <a:ext cx="10782196" cy="7858125"/>
          </a:xfrm>
          <a:prstGeom prst="rect">
            <a:avLst/>
          </a:prstGeom>
        </p:spPr>
        <p:txBody>
          <a:bodyPr lIns="0" tIns="0" rIns="0" bIns="0" rtlCol="0" anchor="t">
            <a:spAutoFit/>
          </a:bodyPr>
          <a:lstStyle/>
          <a:p>
            <a:pPr algn="l">
              <a:lnSpc>
                <a:spcPts val="4453"/>
              </a:lnSpc>
            </a:pPr>
            <a:r>
              <a:rPr lang="en-US" sz="3711" u="sng">
                <a:solidFill>
                  <a:srgbClr val="13394F"/>
                </a:solidFill>
                <a:latin typeface="Lexend Deca"/>
                <a:ea typeface="Lexend Deca"/>
                <a:cs typeface="Lexend Deca"/>
                <a:sym typeface="Lexend Deca"/>
              </a:rPr>
              <a:t>Description</a:t>
            </a:r>
          </a:p>
          <a:p>
            <a:pPr algn="l">
              <a:lnSpc>
                <a:spcPts val="4453"/>
              </a:lnSpc>
            </a:pPr>
            <a:r>
              <a:rPr lang="en-US" sz="3711">
                <a:solidFill>
                  <a:srgbClr val="13394F"/>
                </a:solidFill>
                <a:latin typeface="Lexend Deca"/>
                <a:ea typeface="Lexend Deca"/>
                <a:cs typeface="Lexend Deca"/>
                <a:sym typeface="Lexend Deca"/>
              </a:rPr>
              <a:t>This page allows registered users and administrators to access the system using their credentials.</a:t>
            </a:r>
          </a:p>
          <a:p>
            <a:pPr algn="l">
              <a:lnSpc>
                <a:spcPts val="4453"/>
              </a:lnSpc>
            </a:pPr>
            <a:endParaRPr lang="en-US" sz="3711">
              <a:solidFill>
                <a:srgbClr val="13394F"/>
              </a:solidFill>
              <a:latin typeface="Lexend Deca"/>
              <a:ea typeface="Lexend Deca"/>
              <a:cs typeface="Lexend Deca"/>
              <a:sym typeface="Lexend Deca"/>
            </a:endParaRPr>
          </a:p>
          <a:p>
            <a:pPr algn="l">
              <a:lnSpc>
                <a:spcPts val="4453"/>
              </a:lnSpc>
            </a:pPr>
            <a:r>
              <a:rPr lang="en-US" sz="3711" u="sng">
                <a:solidFill>
                  <a:srgbClr val="13394F"/>
                </a:solidFill>
                <a:latin typeface="Lexend Deca"/>
                <a:ea typeface="Lexend Deca"/>
                <a:cs typeface="Lexend Deca"/>
                <a:sym typeface="Lexend Deca"/>
              </a:rPr>
              <a:t>Functionalities</a:t>
            </a:r>
          </a:p>
          <a:p>
            <a:pPr marL="801270" lvl="1" indent="-400635" algn="l">
              <a:lnSpc>
                <a:spcPts val="4453"/>
              </a:lnSpc>
              <a:buFont typeface="Arial"/>
              <a:buChar char="•"/>
            </a:pPr>
            <a:r>
              <a:rPr lang="en-US" sz="3711">
                <a:solidFill>
                  <a:srgbClr val="13394F"/>
                </a:solidFill>
                <a:latin typeface="Lexend Deca"/>
                <a:ea typeface="Lexend Deca"/>
                <a:cs typeface="Lexend Deca"/>
                <a:sym typeface="Lexend Deca"/>
              </a:rPr>
              <a:t>Enter email or phone number</a:t>
            </a:r>
          </a:p>
          <a:p>
            <a:pPr marL="801270" lvl="1" indent="-400635" algn="l">
              <a:lnSpc>
                <a:spcPts val="4453"/>
              </a:lnSpc>
              <a:buFont typeface="Arial"/>
              <a:buChar char="•"/>
            </a:pPr>
            <a:r>
              <a:rPr lang="en-US" sz="3711">
                <a:solidFill>
                  <a:srgbClr val="13394F"/>
                </a:solidFill>
                <a:latin typeface="Lexend Deca"/>
                <a:ea typeface="Lexend Deca"/>
                <a:cs typeface="Lexend Deca"/>
                <a:sym typeface="Lexend Deca"/>
              </a:rPr>
              <a:t>Enter password</a:t>
            </a:r>
          </a:p>
          <a:p>
            <a:pPr marL="801270" lvl="1" indent="-400635" algn="l">
              <a:lnSpc>
                <a:spcPts val="4453"/>
              </a:lnSpc>
              <a:buFont typeface="Arial"/>
              <a:buChar char="•"/>
            </a:pPr>
            <a:r>
              <a:rPr lang="en-US" sz="3711">
                <a:solidFill>
                  <a:srgbClr val="13394F"/>
                </a:solidFill>
                <a:latin typeface="Lexend Deca"/>
                <a:ea typeface="Lexend Deca"/>
                <a:cs typeface="Lexend Deca"/>
                <a:sym typeface="Lexend Deca"/>
              </a:rPr>
              <a:t>Validate login credentials</a:t>
            </a:r>
          </a:p>
          <a:p>
            <a:pPr marL="801270" lvl="1" indent="-400635" algn="l">
              <a:lnSpc>
                <a:spcPts val="4453"/>
              </a:lnSpc>
              <a:buFont typeface="Arial"/>
              <a:buChar char="•"/>
            </a:pPr>
            <a:r>
              <a:rPr lang="en-US" sz="3711">
                <a:solidFill>
                  <a:srgbClr val="13394F"/>
                </a:solidFill>
                <a:latin typeface="Lexend Deca"/>
                <a:ea typeface="Lexend Deca"/>
                <a:cs typeface="Lexend Deca"/>
                <a:sym typeface="Lexend Deca"/>
              </a:rPr>
              <a:t>Redirect user based on role (User / Admin)</a:t>
            </a:r>
          </a:p>
          <a:p>
            <a:pPr algn="l">
              <a:lnSpc>
                <a:spcPts val="4453"/>
              </a:lnSpc>
            </a:pPr>
            <a:endParaRPr lang="en-US" sz="3711">
              <a:solidFill>
                <a:srgbClr val="13394F"/>
              </a:solidFill>
              <a:latin typeface="Lexend Deca"/>
              <a:ea typeface="Lexend Deca"/>
              <a:cs typeface="Lexend Deca"/>
              <a:sym typeface="Lexend Deca"/>
            </a:endParaRPr>
          </a:p>
          <a:p>
            <a:pPr algn="l">
              <a:lnSpc>
                <a:spcPts val="4453"/>
              </a:lnSpc>
            </a:pPr>
            <a:r>
              <a:rPr lang="en-US" sz="3711" u="sng">
                <a:solidFill>
                  <a:srgbClr val="13394F"/>
                </a:solidFill>
                <a:latin typeface="Lexend Deca"/>
                <a:ea typeface="Lexend Deca"/>
                <a:cs typeface="Lexend Deca"/>
                <a:sym typeface="Lexend Deca"/>
              </a:rPr>
              <a:t>Access Level</a:t>
            </a:r>
          </a:p>
          <a:p>
            <a:pPr algn="l">
              <a:lnSpc>
                <a:spcPts val="4453"/>
              </a:lnSpc>
            </a:pPr>
            <a:r>
              <a:rPr lang="en-US" sz="3711">
                <a:solidFill>
                  <a:srgbClr val="13394F"/>
                </a:solidFill>
                <a:latin typeface="Lexend Deca"/>
                <a:ea typeface="Lexend Deca"/>
                <a:cs typeface="Lexend Deca"/>
                <a:sym typeface="Lexend Deca"/>
              </a:rPr>
              <a:t>Guest</a:t>
            </a:r>
          </a:p>
          <a:p>
            <a:pPr algn="l">
              <a:lnSpc>
                <a:spcPts val="4453"/>
              </a:lnSpc>
            </a:pPr>
            <a:endParaRPr lang="en-US" sz="3711">
              <a:solidFill>
                <a:srgbClr val="13394F"/>
              </a:solidFill>
              <a:latin typeface="Lexend Deca"/>
              <a:ea typeface="Lexend Deca"/>
              <a:cs typeface="Lexend Deca"/>
              <a:sym typeface="Lexend Deca"/>
            </a:endParaRPr>
          </a:p>
        </p:txBody>
      </p:sp>
      <p:grpSp>
        <p:nvGrpSpPr>
          <p:cNvPr id="13" name="Group 13"/>
          <p:cNvGrpSpPr/>
          <p:nvPr/>
        </p:nvGrpSpPr>
        <p:grpSpPr>
          <a:xfrm>
            <a:off x="11794171" y="571814"/>
            <a:ext cx="5299757" cy="1144855"/>
            <a:chOff x="0" y="0"/>
            <a:chExt cx="6061383" cy="1309381"/>
          </a:xfrm>
        </p:grpSpPr>
        <p:sp>
          <p:nvSpPr>
            <p:cNvPr id="14" name="Freeform 14"/>
            <p:cNvSpPr/>
            <p:nvPr/>
          </p:nvSpPr>
          <p:spPr>
            <a:xfrm>
              <a:off x="0" y="0"/>
              <a:ext cx="6061354" cy="1309429"/>
            </a:xfrm>
            <a:custGeom>
              <a:avLst/>
              <a:gdLst/>
              <a:ahLst/>
              <a:cxnLst/>
              <a:rect l="l" t="t" r="r" b="b"/>
              <a:pathLst>
                <a:path w="6061354" h="1309429">
                  <a:moveTo>
                    <a:pt x="0" y="0"/>
                  </a:moveTo>
                  <a:lnTo>
                    <a:pt x="6061354" y="0"/>
                  </a:lnTo>
                  <a:lnTo>
                    <a:pt x="6061354" y="1309429"/>
                  </a:lnTo>
                  <a:lnTo>
                    <a:pt x="0" y="1309429"/>
                  </a:lnTo>
                  <a:close/>
                </a:path>
              </a:pathLst>
            </a:custGeom>
            <a:solidFill>
              <a:srgbClr val="FFFFFF">
                <a:alpha val="11765"/>
              </a:srgbClr>
            </a:solidFill>
          </p:spPr>
          <p:txBody>
            <a:bodyPr/>
            <a:lstStyle/>
            <a:p>
              <a:endParaRPr lang="en-US"/>
            </a:p>
          </p:txBody>
        </p:sp>
        <p:sp>
          <p:nvSpPr>
            <p:cNvPr id="15" name="TextBox 15"/>
            <p:cNvSpPr txBox="1"/>
            <p:nvPr/>
          </p:nvSpPr>
          <p:spPr>
            <a:xfrm>
              <a:off x="0" y="0"/>
              <a:ext cx="6061383" cy="1309381"/>
            </a:xfrm>
            <a:prstGeom prst="rect">
              <a:avLst/>
            </a:prstGeom>
          </p:spPr>
          <p:txBody>
            <a:bodyPr lIns="59223" tIns="59223" rIns="59223" bIns="59223" rtlCol="0" anchor="ctr"/>
            <a:lstStyle/>
            <a:p>
              <a:pPr algn="ctr">
                <a:lnSpc>
                  <a:spcPts val="5595"/>
                </a:lnSpc>
              </a:pPr>
              <a:r>
                <a:rPr lang="en-US" sz="4663">
                  <a:solidFill>
                    <a:srgbClr val="13394F"/>
                  </a:solidFill>
                  <a:latin typeface="Lexend Deca"/>
                  <a:ea typeface="Lexend Deca"/>
                  <a:cs typeface="Lexend Deca"/>
                  <a:sym typeface="Lexend Deca"/>
                </a:rPr>
                <a:t>3.2 Login Page</a:t>
              </a:r>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C8EAFF"/>
        </a:solidFill>
        <a:effectLst/>
      </p:bgPr>
    </p:bg>
    <p:spTree>
      <p:nvGrpSpPr>
        <p:cNvPr id="1" name=""/>
        <p:cNvGrpSpPr/>
        <p:nvPr/>
      </p:nvGrpSpPr>
      <p:grpSpPr>
        <a:xfrm>
          <a:off x="0" y="0"/>
          <a:ext cx="0" cy="0"/>
          <a:chOff x="0" y="0"/>
          <a:chExt cx="0" cy="0"/>
        </a:xfrm>
      </p:grpSpPr>
      <p:sp>
        <p:nvSpPr>
          <p:cNvPr id="2" name="Freeform 2"/>
          <p:cNvSpPr/>
          <p:nvPr/>
        </p:nvSpPr>
        <p:spPr>
          <a:xfrm>
            <a:off x="0" y="0"/>
            <a:ext cx="18288006" cy="10287002"/>
          </a:xfrm>
          <a:custGeom>
            <a:avLst/>
            <a:gdLst/>
            <a:ahLst/>
            <a:cxnLst/>
            <a:rect l="l" t="t" r="r" b="b"/>
            <a:pathLst>
              <a:path w="18288006" h="10287002">
                <a:moveTo>
                  <a:pt x="0" y="0"/>
                </a:moveTo>
                <a:lnTo>
                  <a:pt x="18288006" y="0"/>
                </a:lnTo>
                <a:lnTo>
                  <a:pt x="18288006" y="10287002"/>
                </a:lnTo>
                <a:lnTo>
                  <a:pt x="0" y="10287002"/>
                </a:lnTo>
                <a:lnTo>
                  <a:pt x="0" y="0"/>
                </a:lnTo>
                <a:close/>
              </a:path>
            </a:pathLst>
          </a:custGeom>
          <a:blipFill>
            <a:blip r:embed="rId3">
              <a:alphaModFix amt="57999"/>
            </a:blip>
            <a:stretch>
              <a:fillRect/>
            </a:stretch>
          </a:blipFill>
        </p:spPr>
        <p:txBody>
          <a:bodyPr/>
          <a:lstStyle/>
          <a:p>
            <a:endParaRPr lang="en-US"/>
          </a:p>
        </p:txBody>
      </p:sp>
      <p:sp>
        <p:nvSpPr>
          <p:cNvPr id="3" name="Freeform 3"/>
          <p:cNvSpPr/>
          <p:nvPr/>
        </p:nvSpPr>
        <p:spPr>
          <a:xfrm>
            <a:off x="12668252" y="-1883382"/>
            <a:ext cx="10591798" cy="4572496"/>
          </a:xfrm>
          <a:custGeom>
            <a:avLst/>
            <a:gdLst/>
            <a:ahLst/>
            <a:cxnLst/>
            <a:rect l="l" t="t" r="r" b="b"/>
            <a:pathLst>
              <a:path w="10591798" h="4572496">
                <a:moveTo>
                  <a:pt x="0" y="0"/>
                </a:moveTo>
                <a:lnTo>
                  <a:pt x="10591798" y="0"/>
                </a:lnTo>
                <a:lnTo>
                  <a:pt x="10591798" y="4572496"/>
                </a:lnTo>
                <a:lnTo>
                  <a:pt x="0" y="4572496"/>
                </a:lnTo>
                <a:lnTo>
                  <a:pt x="0" y="0"/>
                </a:lnTo>
                <a:close/>
              </a:path>
            </a:pathLst>
          </a:custGeom>
          <a:blipFill>
            <a:blip r:embed="rId4"/>
            <a:stretch>
              <a:fillRect/>
            </a:stretch>
          </a:blipFill>
        </p:spPr>
        <p:txBody>
          <a:bodyPr/>
          <a:lstStyle/>
          <a:p>
            <a:endParaRPr lang="en-US"/>
          </a:p>
        </p:txBody>
      </p:sp>
      <p:sp>
        <p:nvSpPr>
          <p:cNvPr id="4" name="Freeform 4"/>
          <p:cNvSpPr/>
          <p:nvPr/>
        </p:nvSpPr>
        <p:spPr>
          <a:xfrm>
            <a:off x="11565652" y="7300104"/>
            <a:ext cx="10591798" cy="4503776"/>
          </a:xfrm>
          <a:custGeom>
            <a:avLst/>
            <a:gdLst/>
            <a:ahLst/>
            <a:cxnLst/>
            <a:rect l="l" t="t" r="r" b="b"/>
            <a:pathLst>
              <a:path w="10591798" h="4503776">
                <a:moveTo>
                  <a:pt x="0" y="0"/>
                </a:moveTo>
                <a:lnTo>
                  <a:pt x="10591798" y="0"/>
                </a:lnTo>
                <a:lnTo>
                  <a:pt x="10591798" y="4503776"/>
                </a:lnTo>
                <a:lnTo>
                  <a:pt x="0" y="4503776"/>
                </a:lnTo>
                <a:lnTo>
                  <a:pt x="0" y="0"/>
                </a:lnTo>
                <a:close/>
              </a:path>
            </a:pathLst>
          </a:custGeom>
          <a:blipFill>
            <a:blip r:embed="rId5"/>
            <a:stretch>
              <a:fillRect/>
            </a:stretch>
          </a:blipFill>
        </p:spPr>
        <p:txBody>
          <a:bodyPr/>
          <a:lstStyle/>
          <a:p>
            <a:endParaRPr lang="en-US"/>
          </a:p>
        </p:txBody>
      </p:sp>
      <p:sp>
        <p:nvSpPr>
          <p:cNvPr id="5" name="Freeform 5"/>
          <p:cNvSpPr/>
          <p:nvPr/>
        </p:nvSpPr>
        <p:spPr>
          <a:xfrm flipH="1">
            <a:off x="-4686298" y="-1883380"/>
            <a:ext cx="10591796" cy="4814492"/>
          </a:xfrm>
          <a:custGeom>
            <a:avLst/>
            <a:gdLst/>
            <a:ahLst/>
            <a:cxnLst/>
            <a:rect l="l" t="t" r="r" b="b"/>
            <a:pathLst>
              <a:path w="10591796" h="4814492">
                <a:moveTo>
                  <a:pt x="10591796" y="0"/>
                </a:moveTo>
                <a:lnTo>
                  <a:pt x="0" y="0"/>
                </a:lnTo>
                <a:lnTo>
                  <a:pt x="0" y="4814492"/>
                </a:lnTo>
                <a:lnTo>
                  <a:pt x="10591796" y="4814492"/>
                </a:lnTo>
                <a:lnTo>
                  <a:pt x="10591796" y="0"/>
                </a:lnTo>
                <a:close/>
              </a:path>
            </a:pathLst>
          </a:custGeom>
          <a:blipFill>
            <a:blip r:embed="rId6"/>
            <a:stretch>
              <a:fillRect/>
            </a:stretch>
          </a:blipFill>
        </p:spPr>
        <p:txBody>
          <a:bodyPr/>
          <a:lstStyle/>
          <a:p>
            <a:endParaRPr lang="en-US"/>
          </a:p>
        </p:txBody>
      </p:sp>
      <p:sp>
        <p:nvSpPr>
          <p:cNvPr id="6" name="Freeform 6"/>
          <p:cNvSpPr/>
          <p:nvPr/>
        </p:nvSpPr>
        <p:spPr>
          <a:xfrm>
            <a:off x="15042189" y="8257445"/>
            <a:ext cx="4154838" cy="4109514"/>
          </a:xfrm>
          <a:custGeom>
            <a:avLst/>
            <a:gdLst/>
            <a:ahLst/>
            <a:cxnLst/>
            <a:rect l="l" t="t" r="r" b="b"/>
            <a:pathLst>
              <a:path w="4154838" h="4109514">
                <a:moveTo>
                  <a:pt x="0" y="0"/>
                </a:moveTo>
                <a:lnTo>
                  <a:pt x="4154838" y="0"/>
                </a:lnTo>
                <a:lnTo>
                  <a:pt x="4154838" y="4109514"/>
                </a:lnTo>
                <a:lnTo>
                  <a:pt x="0" y="4109514"/>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US"/>
          </a:p>
        </p:txBody>
      </p:sp>
      <p:sp>
        <p:nvSpPr>
          <p:cNvPr id="7" name="Freeform 7"/>
          <p:cNvSpPr/>
          <p:nvPr/>
        </p:nvSpPr>
        <p:spPr>
          <a:xfrm>
            <a:off x="8077200" y="-666750"/>
            <a:ext cx="10706100" cy="5886450"/>
          </a:xfrm>
          <a:custGeom>
            <a:avLst/>
            <a:gdLst/>
            <a:ahLst/>
            <a:cxnLst/>
            <a:rect l="l" t="t" r="r" b="b"/>
            <a:pathLst>
              <a:path w="10706100" h="5886450">
                <a:moveTo>
                  <a:pt x="0" y="0"/>
                </a:moveTo>
                <a:lnTo>
                  <a:pt x="10706100" y="0"/>
                </a:lnTo>
                <a:lnTo>
                  <a:pt x="10706100" y="5886450"/>
                </a:lnTo>
                <a:lnTo>
                  <a:pt x="0" y="5886450"/>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US"/>
          </a:p>
        </p:txBody>
      </p:sp>
      <p:sp>
        <p:nvSpPr>
          <p:cNvPr id="8" name="Freeform 8"/>
          <p:cNvSpPr/>
          <p:nvPr/>
        </p:nvSpPr>
        <p:spPr>
          <a:xfrm>
            <a:off x="-590550" y="7429500"/>
            <a:ext cx="15773400" cy="3714750"/>
          </a:xfrm>
          <a:custGeom>
            <a:avLst/>
            <a:gdLst/>
            <a:ahLst/>
            <a:cxnLst/>
            <a:rect l="l" t="t" r="r" b="b"/>
            <a:pathLst>
              <a:path w="15773400" h="3714750">
                <a:moveTo>
                  <a:pt x="0" y="0"/>
                </a:moveTo>
                <a:lnTo>
                  <a:pt x="15773400" y="0"/>
                </a:lnTo>
                <a:lnTo>
                  <a:pt x="15773400" y="3714750"/>
                </a:lnTo>
                <a:lnTo>
                  <a:pt x="0" y="3714750"/>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txBody>
          <a:bodyPr/>
          <a:lstStyle/>
          <a:p>
            <a:endParaRPr lang="en-US"/>
          </a:p>
        </p:txBody>
      </p:sp>
      <p:sp>
        <p:nvSpPr>
          <p:cNvPr id="9" name="Freeform 9"/>
          <p:cNvSpPr/>
          <p:nvPr/>
        </p:nvSpPr>
        <p:spPr>
          <a:xfrm>
            <a:off x="1398956" y="1028700"/>
            <a:ext cx="15490093" cy="7803134"/>
          </a:xfrm>
          <a:custGeom>
            <a:avLst/>
            <a:gdLst/>
            <a:ahLst/>
            <a:cxnLst/>
            <a:rect l="l" t="t" r="r" b="b"/>
            <a:pathLst>
              <a:path w="15490093" h="7803134">
                <a:moveTo>
                  <a:pt x="0" y="0"/>
                </a:moveTo>
                <a:lnTo>
                  <a:pt x="15490094" y="0"/>
                </a:lnTo>
                <a:lnTo>
                  <a:pt x="15490094" y="7803134"/>
                </a:lnTo>
                <a:lnTo>
                  <a:pt x="0" y="7803134"/>
                </a:lnTo>
                <a:lnTo>
                  <a:pt x="0" y="0"/>
                </a:lnTo>
                <a:close/>
              </a:path>
            </a:pathLst>
          </a:custGeom>
          <a:blipFill>
            <a:blip r:embed="rId13"/>
            <a:stretch>
              <a:fillRect/>
            </a:stretch>
          </a:blipFill>
        </p:spPr>
        <p:txBody>
          <a:bodyPr/>
          <a:lstStyle/>
          <a:p>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C8EAFF"/>
        </a:solidFill>
        <a:effectLst/>
      </p:bgPr>
    </p:bg>
    <p:spTree>
      <p:nvGrpSpPr>
        <p:cNvPr id="1" name=""/>
        <p:cNvGrpSpPr/>
        <p:nvPr/>
      </p:nvGrpSpPr>
      <p:grpSpPr>
        <a:xfrm>
          <a:off x="0" y="0"/>
          <a:ext cx="0" cy="0"/>
          <a:chOff x="0" y="0"/>
          <a:chExt cx="0" cy="0"/>
        </a:xfrm>
      </p:grpSpPr>
      <p:sp>
        <p:nvSpPr>
          <p:cNvPr id="7" name="Freeform 7"/>
          <p:cNvSpPr/>
          <p:nvPr/>
        </p:nvSpPr>
        <p:spPr>
          <a:xfrm>
            <a:off x="5706486" y="-797696"/>
            <a:ext cx="4501864" cy="4202613"/>
          </a:xfrm>
          <a:custGeom>
            <a:avLst/>
            <a:gdLst/>
            <a:ahLst/>
            <a:cxnLst/>
            <a:rect l="l" t="t" r="r" b="b"/>
            <a:pathLst>
              <a:path w="4501864" h="4202613">
                <a:moveTo>
                  <a:pt x="0" y="0"/>
                </a:moveTo>
                <a:lnTo>
                  <a:pt x="4501864" y="0"/>
                </a:lnTo>
                <a:lnTo>
                  <a:pt x="4501864" y="4202613"/>
                </a:lnTo>
                <a:lnTo>
                  <a:pt x="0" y="4202613"/>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2" name="Freeform 2"/>
          <p:cNvSpPr/>
          <p:nvPr/>
        </p:nvSpPr>
        <p:spPr>
          <a:xfrm>
            <a:off x="0" y="0"/>
            <a:ext cx="18288006" cy="10287002"/>
          </a:xfrm>
          <a:custGeom>
            <a:avLst/>
            <a:gdLst/>
            <a:ahLst/>
            <a:cxnLst/>
            <a:rect l="l" t="t" r="r" b="b"/>
            <a:pathLst>
              <a:path w="18288006" h="10287002">
                <a:moveTo>
                  <a:pt x="0" y="0"/>
                </a:moveTo>
                <a:lnTo>
                  <a:pt x="18288006" y="0"/>
                </a:lnTo>
                <a:lnTo>
                  <a:pt x="18288006" y="10287002"/>
                </a:lnTo>
                <a:lnTo>
                  <a:pt x="0" y="10287002"/>
                </a:lnTo>
                <a:lnTo>
                  <a:pt x="0" y="0"/>
                </a:lnTo>
                <a:close/>
              </a:path>
            </a:pathLst>
          </a:custGeom>
          <a:blipFill>
            <a:blip r:embed="rId5">
              <a:alphaModFix amt="57999"/>
            </a:blip>
            <a:stretch>
              <a:fillRect/>
            </a:stretch>
          </a:blipFill>
        </p:spPr>
        <p:txBody>
          <a:bodyPr/>
          <a:lstStyle/>
          <a:p>
            <a:endParaRPr lang="en-US"/>
          </a:p>
        </p:txBody>
      </p:sp>
      <p:sp>
        <p:nvSpPr>
          <p:cNvPr id="3" name="Freeform 3"/>
          <p:cNvSpPr/>
          <p:nvPr/>
        </p:nvSpPr>
        <p:spPr>
          <a:xfrm>
            <a:off x="9563102" y="6385612"/>
            <a:ext cx="10591798" cy="5081356"/>
          </a:xfrm>
          <a:custGeom>
            <a:avLst/>
            <a:gdLst/>
            <a:ahLst/>
            <a:cxnLst/>
            <a:rect l="l" t="t" r="r" b="b"/>
            <a:pathLst>
              <a:path w="10591798" h="5081356">
                <a:moveTo>
                  <a:pt x="0" y="0"/>
                </a:moveTo>
                <a:lnTo>
                  <a:pt x="10591798" y="0"/>
                </a:lnTo>
                <a:lnTo>
                  <a:pt x="10591798" y="5081356"/>
                </a:lnTo>
                <a:lnTo>
                  <a:pt x="0" y="5081356"/>
                </a:lnTo>
                <a:lnTo>
                  <a:pt x="0" y="0"/>
                </a:lnTo>
                <a:close/>
              </a:path>
            </a:pathLst>
          </a:custGeom>
          <a:blipFill>
            <a:blip r:embed="rId6"/>
            <a:stretch>
              <a:fillRect/>
            </a:stretch>
          </a:blipFill>
        </p:spPr>
        <p:txBody>
          <a:bodyPr/>
          <a:lstStyle/>
          <a:p>
            <a:endParaRPr lang="en-US"/>
          </a:p>
        </p:txBody>
      </p:sp>
      <p:sp>
        <p:nvSpPr>
          <p:cNvPr id="4" name="Freeform 4"/>
          <p:cNvSpPr/>
          <p:nvPr/>
        </p:nvSpPr>
        <p:spPr>
          <a:xfrm>
            <a:off x="-2324098" y="6921768"/>
            <a:ext cx="10591798" cy="4572496"/>
          </a:xfrm>
          <a:custGeom>
            <a:avLst/>
            <a:gdLst/>
            <a:ahLst/>
            <a:cxnLst/>
            <a:rect l="l" t="t" r="r" b="b"/>
            <a:pathLst>
              <a:path w="10591798" h="4572496">
                <a:moveTo>
                  <a:pt x="0" y="0"/>
                </a:moveTo>
                <a:lnTo>
                  <a:pt x="10591798" y="0"/>
                </a:lnTo>
                <a:lnTo>
                  <a:pt x="10591798" y="4572496"/>
                </a:lnTo>
                <a:lnTo>
                  <a:pt x="0" y="4572496"/>
                </a:lnTo>
                <a:lnTo>
                  <a:pt x="0" y="0"/>
                </a:lnTo>
                <a:close/>
              </a:path>
            </a:pathLst>
          </a:custGeom>
          <a:blipFill>
            <a:blip r:embed="rId7"/>
            <a:stretch>
              <a:fillRect/>
            </a:stretch>
          </a:blipFill>
        </p:spPr>
        <p:txBody>
          <a:bodyPr/>
          <a:lstStyle/>
          <a:p>
            <a:endParaRPr lang="en-US"/>
          </a:p>
        </p:txBody>
      </p:sp>
      <p:sp>
        <p:nvSpPr>
          <p:cNvPr id="5" name="Freeform 5"/>
          <p:cNvSpPr/>
          <p:nvPr/>
        </p:nvSpPr>
        <p:spPr>
          <a:xfrm>
            <a:off x="-816648" y="213894"/>
            <a:ext cx="7103150" cy="10873200"/>
          </a:xfrm>
          <a:custGeom>
            <a:avLst/>
            <a:gdLst/>
            <a:ahLst/>
            <a:cxnLst/>
            <a:rect l="l" t="t" r="r" b="b"/>
            <a:pathLst>
              <a:path w="7103150" h="10873200">
                <a:moveTo>
                  <a:pt x="0" y="0"/>
                </a:moveTo>
                <a:lnTo>
                  <a:pt x="7103150" y="0"/>
                </a:lnTo>
                <a:lnTo>
                  <a:pt x="7103150" y="10873200"/>
                </a:lnTo>
                <a:lnTo>
                  <a:pt x="0" y="1087320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US"/>
          </a:p>
        </p:txBody>
      </p:sp>
      <p:sp>
        <p:nvSpPr>
          <p:cNvPr id="6" name="Freeform 6"/>
          <p:cNvSpPr/>
          <p:nvPr/>
        </p:nvSpPr>
        <p:spPr>
          <a:xfrm>
            <a:off x="3638550" y="8062618"/>
            <a:ext cx="15392400" cy="2700650"/>
          </a:xfrm>
          <a:custGeom>
            <a:avLst/>
            <a:gdLst/>
            <a:ahLst/>
            <a:cxnLst/>
            <a:rect l="l" t="t" r="r" b="b"/>
            <a:pathLst>
              <a:path w="15392400" h="2700650">
                <a:moveTo>
                  <a:pt x="0" y="0"/>
                </a:moveTo>
                <a:lnTo>
                  <a:pt x="15392400" y="0"/>
                </a:lnTo>
                <a:lnTo>
                  <a:pt x="15392400" y="2700650"/>
                </a:lnTo>
                <a:lnTo>
                  <a:pt x="0" y="2700650"/>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US"/>
          </a:p>
        </p:txBody>
      </p:sp>
      <p:sp>
        <p:nvSpPr>
          <p:cNvPr id="8" name="Freeform 8"/>
          <p:cNvSpPr/>
          <p:nvPr/>
        </p:nvSpPr>
        <p:spPr>
          <a:xfrm>
            <a:off x="10987323" y="2423404"/>
            <a:ext cx="7007000" cy="5440192"/>
          </a:xfrm>
          <a:custGeom>
            <a:avLst/>
            <a:gdLst/>
            <a:ahLst/>
            <a:cxnLst/>
            <a:rect l="l" t="t" r="r" b="b"/>
            <a:pathLst>
              <a:path w="7007000" h="5440192">
                <a:moveTo>
                  <a:pt x="0" y="0"/>
                </a:moveTo>
                <a:lnTo>
                  <a:pt x="7007000" y="0"/>
                </a:lnTo>
                <a:lnTo>
                  <a:pt x="7007000" y="5440192"/>
                </a:lnTo>
                <a:lnTo>
                  <a:pt x="0" y="5440192"/>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endParaRPr lang="en-US"/>
          </a:p>
        </p:txBody>
      </p:sp>
      <p:grpSp>
        <p:nvGrpSpPr>
          <p:cNvPr id="9" name="Group 9"/>
          <p:cNvGrpSpPr/>
          <p:nvPr/>
        </p:nvGrpSpPr>
        <p:grpSpPr>
          <a:xfrm>
            <a:off x="15722244" y="6667646"/>
            <a:ext cx="284400" cy="284400"/>
            <a:chOff x="0" y="0"/>
            <a:chExt cx="379200" cy="379200"/>
          </a:xfrm>
        </p:grpSpPr>
        <p:sp>
          <p:nvSpPr>
            <p:cNvPr id="10" name="Freeform 10"/>
            <p:cNvSpPr/>
            <p:nvPr/>
          </p:nvSpPr>
          <p:spPr>
            <a:xfrm>
              <a:off x="0" y="0"/>
              <a:ext cx="379222" cy="379222"/>
            </a:xfrm>
            <a:custGeom>
              <a:avLst/>
              <a:gdLst/>
              <a:ahLst/>
              <a:cxnLst/>
              <a:rect l="l" t="t" r="r" b="b"/>
              <a:pathLst>
                <a:path w="379222" h="379222">
                  <a:moveTo>
                    <a:pt x="0" y="189611"/>
                  </a:moveTo>
                  <a:cubicBezTo>
                    <a:pt x="0" y="84836"/>
                    <a:pt x="84836" y="0"/>
                    <a:pt x="189611" y="0"/>
                  </a:cubicBezTo>
                  <a:cubicBezTo>
                    <a:pt x="294386" y="0"/>
                    <a:pt x="379222" y="84836"/>
                    <a:pt x="379222" y="189611"/>
                  </a:cubicBezTo>
                  <a:cubicBezTo>
                    <a:pt x="379222" y="294386"/>
                    <a:pt x="294259" y="379222"/>
                    <a:pt x="189611" y="379222"/>
                  </a:cubicBezTo>
                  <a:cubicBezTo>
                    <a:pt x="84963" y="379222"/>
                    <a:pt x="0" y="294259"/>
                    <a:pt x="0" y="189611"/>
                  </a:cubicBezTo>
                  <a:close/>
                </a:path>
              </a:pathLst>
            </a:custGeom>
            <a:solidFill>
              <a:srgbClr val="D6D4B2"/>
            </a:solidFill>
          </p:spPr>
          <p:txBody>
            <a:bodyPr/>
            <a:lstStyle/>
            <a:p>
              <a:endParaRPr lang="en-US"/>
            </a:p>
          </p:txBody>
        </p:sp>
      </p:grpSp>
      <p:sp>
        <p:nvSpPr>
          <p:cNvPr id="11" name="Freeform 11"/>
          <p:cNvSpPr/>
          <p:nvPr/>
        </p:nvSpPr>
        <p:spPr>
          <a:xfrm>
            <a:off x="11334750" y="2895423"/>
            <a:ext cx="6218600" cy="3490189"/>
          </a:xfrm>
          <a:custGeom>
            <a:avLst/>
            <a:gdLst/>
            <a:ahLst/>
            <a:cxnLst/>
            <a:rect l="l" t="t" r="r" b="b"/>
            <a:pathLst>
              <a:path w="6218600" h="3490189">
                <a:moveTo>
                  <a:pt x="0" y="0"/>
                </a:moveTo>
                <a:lnTo>
                  <a:pt x="6218600" y="0"/>
                </a:lnTo>
                <a:lnTo>
                  <a:pt x="6218600" y="3490189"/>
                </a:lnTo>
                <a:lnTo>
                  <a:pt x="0" y="3490189"/>
                </a:lnTo>
                <a:lnTo>
                  <a:pt x="0" y="0"/>
                </a:lnTo>
                <a:close/>
              </a:path>
            </a:pathLst>
          </a:custGeom>
          <a:blipFill>
            <a:blip r:embed="rId14"/>
            <a:stretch>
              <a:fillRect/>
            </a:stretch>
          </a:blipFill>
        </p:spPr>
        <p:txBody>
          <a:bodyPr/>
          <a:lstStyle/>
          <a:p>
            <a:endParaRPr lang="en-US"/>
          </a:p>
        </p:txBody>
      </p:sp>
      <p:sp>
        <p:nvSpPr>
          <p:cNvPr id="12" name="TextBox 12"/>
          <p:cNvSpPr txBox="1"/>
          <p:nvPr/>
        </p:nvSpPr>
        <p:spPr>
          <a:xfrm>
            <a:off x="163997" y="19048"/>
            <a:ext cx="10809424" cy="10668000"/>
          </a:xfrm>
          <a:prstGeom prst="rect">
            <a:avLst/>
          </a:prstGeom>
        </p:spPr>
        <p:txBody>
          <a:bodyPr lIns="0" tIns="0" rIns="0" bIns="0" rtlCol="0" anchor="t">
            <a:spAutoFit/>
          </a:bodyPr>
          <a:lstStyle/>
          <a:p>
            <a:pPr algn="l">
              <a:lnSpc>
                <a:spcPts val="4464"/>
              </a:lnSpc>
            </a:pPr>
            <a:r>
              <a:rPr lang="en-US" sz="3720" u="sng" dirty="0">
                <a:solidFill>
                  <a:srgbClr val="13394F"/>
                </a:solidFill>
                <a:latin typeface="Lexend Deca"/>
                <a:ea typeface="Lexend Deca"/>
                <a:cs typeface="Lexend Deca"/>
                <a:sym typeface="Lexend Deca"/>
              </a:rPr>
              <a:t>Description</a:t>
            </a:r>
          </a:p>
          <a:p>
            <a:pPr algn="l">
              <a:lnSpc>
                <a:spcPts val="4464"/>
              </a:lnSpc>
            </a:pPr>
            <a:r>
              <a:rPr lang="en-US" sz="3720" dirty="0">
                <a:solidFill>
                  <a:srgbClr val="13394F"/>
                </a:solidFill>
                <a:latin typeface="Lexend Deca"/>
                <a:ea typeface="Lexend Deca"/>
                <a:cs typeface="Lexend Deca"/>
                <a:sym typeface="Lexend Deca"/>
              </a:rPr>
              <a:t>This page allows new users to create an account in the system.</a:t>
            </a:r>
          </a:p>
          <a:p>
            <a:pPr algn="l">
              <a:lnSpc>
                <a:spcPts val="4464"/>
              </a:lnSpc>
            </a:pPr>
            <a:endParaRPr lang="en-US" sz="3720" dirty="0">
              <a:solidFill>
                <a:srgbClr val="13394F"/>
              </a:solidFill>
              <a:latin typeface="Lexend Deca"/>
              <a:ea typeface="Lexend Deca"/>
              <a:cs typeface="Lexend Deca"/>
              <a:sym typeface="Lexend Deca"/>
            </a:endParaRPr>
          </a:p>
          <a:p>
            <a:pPr algn="l">
              <a:lnSpc>
                <a:spcPts val="4464"/>
              </a:lnSpc>
            </a:pPr>
            <a:r>
              <a:rPr lang="en-US" sz="3720" u="sng" dirty="0">
                <a:solidFill>
                  <a:srgbClr val="13394F"/>
                </a:solidFill>
                <a:latin typeface="Lexend Deca"/>
                <a:ea typeface="Lexend Deca"/>
                <a:cs typeface="Lexend Deca"/>
                <a:sym typeface="Lexend Deca"/>
              </a:rPr>
              <a:t>Functionalities</a:t>
            </a:r>
          </a:p>
          <a:p>
            <a:pPr marL="803294" lvl="1" indent="-401647" algn="l">
              <a:lnSpc>
                <a:spcPts val="4464"/>
              </a:lnSpc>
              <a:buFont typeface="Arial"/>
              <a:buChar char="•"/>
            </a:pPr>
            <a:r>
              <a:rPr lang="en-US" sz="3720" dirty="0">
                <a:solidFill>
                  <a:srgbClr val="13394F"/>
                </a:solidFill>
                <a:latin typeface="Lexend Deca"/>
                <a:ea typeface="Lexend Deca"/>
                <a:cs typeface="Lexend Deca"/>
                <a:sym typeface="Lexend Deca"/>
              </a:rPr>
              <a:t>Enter personal information:</a:t>
            </a:r>
          </a:p>
          <a:p>
            <a:pPr marL="1606587" lvl="2" indent="-535529" algn="l">
              <a:lnSpc>
                <a:spcPts val="4464"/>
              </a:lnSpc>
              <a:buFont typeface="Arial"/>
              <a:buChar char="⚬"/>
            </a:pPr>
            <a:r>
              <a:rPr lang="en-US" sz="3720" dirty="0">
                <a:solidFill>
                  <a:srgbClr val="13394F"/>
                </a:solidFill>
                <a:latin typeface="Lexend Deca"/>
                <a:ea typeface="Lexend Deca"/>
                <a:cs typeface="Lexend Deca"/>
                <a:sym typeface="Lexend Deca"/>
              </a:rPr>
              <a:t>First name and last name</a:t>
            </a:r>
          </a:p>
          <a:p>
            <a:pPr marL="1606587" lvl="2" indent="-535529" algn="l">
              <a:lnSpc>
                <a:spcPts val="4464"/>
              </a:lnSpc>
              <a:buFont typeface="Arial"/>
              <a:buChar char="⚬"/>
            </a:pPr>
            <a:r>
              <a:rPr lang="en-US" sz="3720" dirty="0">
                <a:solidFill>
                  <a:srgbClr val="13394F"/>
                </a:solidFill>
                <a:latin typeface="Lexend Deca"/>
                <a:ea typeface="Lexend Deca"/>
                <a:cs typeface="Lexend Deca"/>
                <a:sym typeface="Lexend Deca"/>
              </a:rPr>
              <a:t>Email</a:t>
            </a:r>
          </a:p>
          <a:p>
            <a:pPr marL="1606587" lvl="2" indent="-535529" algn="l">
              <a:lnSpc>
                <a:spcPts val="4464"/>
              </a:lnSpc>
              <a:buFont typeface="Arial"/>
              <a:buChar char="⚬"/>
            </a:pPr>
            <a:r>
              <a:rPr lang="en-US" sz="3720" dirty="0">
                <a:solidFill>
                  <a:srgbClr val="13394F"/>
                </a:solidFill>
                <a:latin typeface="Lexend Deca"/>
                <a:ea typeface="Lexend Deca"/>
                <a:cs typeface="Lexend Deca"/>
                <a:sym typeface="Lexend Deca"/>
              </a:rPr>
              <a:t>Phone number</a:t>
            </a:r>
          </a:p>
          <a:p>
            <a:pPr marL="1606587" lvl="2" indent="-535529" algn="l">
              <a:lnSpc>
                <a:spcPts val="4464"/>
              </a:lnSpc>
              <a:buFont typeface="Arial"/>
              <a:buChar char="⚬"/>
            </a:pPr>
            <a:r>
              <a:rPr lang="en-US" sz="3720" dirty="0">
                <a:solidFill>
                  <a:srgbClr val="13394F"/>
                </a:solidFill>
                <a:latin typeface="Lexend Deca"/>
                <a:ea typeface="Lexend Deca"/>
                <a:cs typeface="Lexend Deca"/>
                <a:sym typeface="Lexend Deca"/>
              </a:rPr>
              <a:t>Address</a:t>
            </a:r>
          </a:p>
          <a:p>
            <a:pPr marL="1606587" lvl="2" indent="-535529" algn="l">
              <a:lnSpc>
                <a:spcPts val="4464"/>
              </a:lnSpc>
              <a:buFont typeface="Arial"/>
              <a:buChar char="⚬"/>
            </a:pPr>
            <a:r>
              <a:rPr lang="en-US" sz="3720" dirty="0">
                <a:solidFill>
                  <a:srgbClr val="13394F"/>
                </a:solidFill>
                <a:latin typeface="Lexend Deca"/>
                <a:ea typeface="Lexend Deca"/>
                <a:cs typeface="Lexend Deca"/>
                <a:sym typeface="Lexend Deca"/>
              </a:rPr>
              <a:t>Age</a:t>
            </a:r>
          </a:p>
          <a:p>
            <a:pPr marL="1606587" lvl="2" indent="-535529" algn="l">
              <a:lnSpc>
                <a:spcPts val="4464"/>
              </a:lnSpc>
              <a:buFont typeface="Arial"/>
              <a:buChar char="⚬"/>
            </a:pPr>
            <a:r>
              <a:rPr lang="en-US" sz="3720" dirty="0">
                <a:solidFill>
                  <a:srgbClr val="13394F"/>
                </a:solidFill>
                <a:latin typeface="Lexend Deca"/>
                <a:ea typeface="Lexend Deca"/>
                <a:cs typeface="Lexend Deca"/>
                <a:sym typeface="Lexend Deca"/>
              </a:rPr>
              <a:t>Gender</a:t>
            </a:r>
          </a:p>
          <a:p>
            <a:pPr marL="1606587" lvl="2" indent="-535529" algn="l">
              <a:lnSpc>
                <a:spcPts val="4464"/>
              </a:lnSpc>
              <a:buFont typeface="Arial"/>
              <a:buChar char="⚬"/>
            </a:pPr>
            <a:r>
              <a:rPr lang="en-US" sz="3720" dirty="0">
                <a:solidFill>
                  <a:srgbClr val="13394F"/>
                </a:solidFill>
                <a:latin typeface="Lexend Deca"/>
                <a:ea typeface="Lexend Deca"/>
                <a:cs typeface="Lexend Deca"/>
                <a:sym typeface="Lexend Deca"/>
              </a:rPr>
              <a:t>Password and confirmation</a:t>
            </a:r>
          </a:p>
          <a:p>
            <a:pPr marL="803294" lvl="1" indent="-401647" algn="l">
              <a:lnSpc>
                <a:spcPts val="4464"/>
              </a:lnSpc>
              <a:buFont typeface="Arial"/>
              <a:buChar char="•"/>
            </a:pPr>
            <a:r>
              <a:rPr lang="en-US" sz="3720" dirty="0">
                <a:solidFill>
                  <a:srgbClr val="13394F"/>
                </a:solidFill>
                <a:latin typeface="Lexend Deca"/>
                <a:ea typeface="Lexend Deca"/>
                <a:cs typeface="Lexend Deca"/>
                <a:sym typeface="Lexend Deca"/>
              </a:rPr>
              <a:t>Validate input data</a:t>
            </a:r>
          </a:p>
          <a:p>
            <a:pPr marL="803294" lvl="1" indent="-401647" algn="l">
              <a:lnSpc>
                <a:spcPts val="4464"/>
              </a:lnSpc>
              <a:buFont typeface="Arial"/>
              <a:buChar char="•"/>
            </a:pPr>
            <a:r>
              <a:rPr lang="en-US" sz="3720" dirty="0">
                <a:solidFill>
                  <a:srgbClr val="13394F"/>
                </a:solidFill>
                <a:latin typeface="Lexend Deca"/>
                <a:ea typeface="Lexend Deca"/>
                <a:cs typeface="Lexend Deca"/>
                <a:sym typeface="Lexend Deca"/>
              </a:rPr>
              <a:t>Create a new user account</a:t>
            </a:r>
          </a:p>
          <a:p>
            <a:pPr algn="l">
              <a:lnSpc>
                <a:spcPts val="4464"/>
              </a:lnSpc>
            </a:pPr>
            <a:endParaRPr lang="en-US" sz="3720" dirty="0">
              <a:solidFill>
                <a:srgbClr val="13394F"/>
              </a:solidFill>
              <a:latin typeface="Lexend Deca"/>
              <a:ea typeface="Lexend Deca"/>
              <a:cs typeface="Lexend Deca"/>
              <a:sym typeface="Lexend Deca"/>
            </a:endParaRPr>
          </a:p>
          <a:p>
            <a:pPr algn="l">
              <a:lnSpc>
                <a:spcPts val="4464"/>
              </a:lnSpc>
            </a:pPr>
            <a:r>
              <a:rPr lang="en-US" sz="3720" u="sng" dirty="0">
                <a:solidFill>
                  <a:srgbClr val="13394F"/>
                </a:solidFill>
                <a:latin typeface="Lexend Deca"/>
                <a:ea typeface="Lexend Deca"/>
                <a:cs typeface="Lexend Deca"/>
                <a:sym typeface="Lexend Deca"/>
              </a:rPr>
              <a:t>Access Level</a:t>
            </a:r>
          </a:p>
          <a:p>
            <a:pPr algn="l">
              <a:lnSpc>
                <a:spcPts val="4464"/>
              </a:lnSpc>
            </a:pPr>
            <a:r>
              <a:rPr lang="en-US" sz="3720" dirty="0">
                <a:solidFill>
                  <a:srgbClr val="13394F"/>
                </a:solidFill>
                <a:latin typeface="Lexend Deca"/>
                <a:ea typeface="Lexend Deca"/>
                <a:cs typeface="Lexend Deca"/>
                <a:sym typeface="Lexend Deca"/>
              </a:rPr>
              <a:t>Guest</a:t>
            </a:r>
          </a:p>
          <a:p>
            <a:pPr algn="l">
              <a:lnSpc>
                <a:spcPts val="4464"/>
              </a:lnSpc>
            </a:pPr>
            <a:endParaRPr lang="en-US" sz="3720" dirty="0">
              <a:solidFill>
                <a:srgbClr val="13394F"/>
              </a:solidFill>
              <a:latin typeface="Lexend Deca"/>
              <a:ea typeface="Lexend Deca"/>
              <a:cs typeface="Lexend Deca"/>
              <a:sym typeface="Lexend Deca"/>
            </a:endParaRPr>
          </a:p>
        </p:txBody>
      </p:sp>
      <p:grpSp>
        <p:nvGrpSpPr>
          <p:cNvPr id="13" name="Group 13"/>
          <p:cNvGrpSpPr/>
          <p:nvPr/>
        </p:nvGrpSpPr>
        <p:grpSpPr>
          <a:xfrm>
            <a:off x="11444462" y="596123"/>
            <a:ext cx="5814838" cy="1144855"/>
            <a:chOff x="0" y="0"/>
            <a:chExt cx="6650486" cy="1309381"/>
          </a:xfrm>
        </p:grpSpPr>
        <p:sp>
          <p:nvSpPr>
            <p:cNvPr id="14" name="Freeform 14"/>
            <p:cNvSpPr/>
            <p:nvPr/>
          </p:nvSpPr>
          <p:spPr>
            <a:xfrm>
              <a:off x="0" y="0"/>
              <a:ext cx="6650454" cy="1309429"/>
            </a:xfrm>
            <a:custGeom>
              <a:avLst/>
              <a:gdLst/>
              <a:ahLst/>
              <a:cxnLst/>
              <a:rect l="l" t="t" r="r" b="b"/>
              <a:pathLst>
                <a:path w="6650454" h="1309429">
                  <a:moveTo>
                    <a:pt x="0" y="0"/>
                  </a:moveTo>
                  <a:lnTo>
                    <a:pt x="6650454" y="0"/>
                  </a:lnTo>
                  <a:lnTo>
                    <a:pt x="6650454" y="1309429"/>
                  </a:lnTo>
                  <a:lnTo>
                    <a:pt x="0" y="1309429"/>
                  </a:lnTo>
                  <a:close/>
                </a:path>
              </a:pathLst>
            </a:custGeom>
            <a:solidFill>
              <a:srgbClr val="FFFFFF">
                <a:alpha val="11765"/>
              </a:srgbClr>
            </a:solidFill>
          </p:spPr>
          <p:txBody>
            <a:bodyPr/>
            <a:lstStyle/>
            <a:p>
              <a:endParaRPr lang="en-US"/>
            </a:p>
          </p:txBody>
        </p:sp>
        <p:sp>
          <p:nvSpPr>
            <p:cNvPr id="15" name="TextBox 15"/>
            <p:cNvSpPr txBox="1"/>
            <p:nvPr/>
          </p:nvSpPr>
          <p:spPr>
            <a:xfrm>
              <a:off x="0" y="0"/>
              <a:ext cx="6650486" cy="1309381"/>
            </a:xfrm>
            <a:prstGeom prst="rect">
              <a:avLst/>
            </a:prstGeom>
          </p:spPr>
          <p:txBody>
            <a:bodyPr lIns="59223" tIns="59223" rIns="59223" bIns="59223" rtlCol="0" anchor="ctr"/>
            <a:lstStyle/>
            <a:p>
              <a:pPr algn="ctr">
                <a:lnSpc>
                  <a:spcPts val="5595"/>
                </a:lnSpc>
              </a:pPr>
              <a:r>
                <a:rPr lang="en-US" sz="4663">
                  <a:solidFill>
                    <a:srgbClr val="13394F"/>
                  </a:solidFill>
                  <a:latin typeface="Lexend Deca"/>
                  <a:ea typeface="Lexend Deca"/>
                  <a:cs typeface="Lexend Deca"/>
                  <a:sym typeface="Lexend Deca"/>
                </a:rPr>
                <a:t>3.3 SignUp Page</a:t>
              </a:r>
            </a:p>
          </p:txBody>
        </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C8EAFF"/>
        </a:solidFill>
        <a:effectLst/>
      </p:bgPr>
    </p:bg>
    <p:spTree>
      <p:nvGrpSpPr>
        <p:cNvPr id="1" name=""/>
        <p:cNvGrpSpPr/>
        <p:nvPr/>
      </p:nvGrpSpPr>
      <p:grpSpPr>
        <a:xfrm>
          <a:off x="0" y="0"/>
          <a:ext cx="0" cy="0"/>
          <a:chOff x="0" y="0"/>
          <a:chExt cx="0" cy="0"/>
        </a:xfrm>
      </p:grpSpPr>
      <p:sp>
        <p:nvSpPr>
          <p:cNvPr id="2" name="Freeform 2"/>
          <p:cNvSpPr/>
          <p:nvPr/>
        </p:nvSpPr>
        <p:spPr>
          <a:xfrm>
            <a:off x="0" y="0"/>
            <a:ext cx="18288006" cy="10287002"/>
          </a:xfrm>
          <a:custGeom>
            <a:avLst/>
            <a:gdLst/>
            <a:ahLst/>
            <a:cxnLst/>
            <a:rect l="l" t="t" r="r" b="b"/>
            <a:pathLst>
              <a:path w="18288006" h="10287002">
                <a:moveTo>
                  <a:pt x="0" y="0"/>
                </a:moveTo>
                <a:lnTo>
                  <a:pt x="18288006" y="0"/>
                </a:lnTo>
                <a:lnTo>
                  <a:pt x="18288006" y="10287002"/>
                </a:lnTo>
                <a:lnTo>
                  <a:pt x="0" y="10287002"/>
                </a:lnTo>
                <a:lnTo>
                  <a:pt x="0" y="0"/>
                </a:lnTo>
                <a:close/>
              </a:path>
            </a:pathLst>
          </a:custGeom>
          <a:blipFill>
            <a:blip r:embed="rId3">
              <a:alphaModFix amt="57999"/>
            </a:blip>
            <a:stretch>
              <a:fillRect/>
            </a:stretch>
          </a:blipFill>
        </p:spPr>
        <p:txBody>
          <a:bodyPr/>
          <a:lstStyle/>
          <a:p>
            <a:endParaRPr lang="en-US"/>
          </a:p>
        </p:txBody>
      </p:sp>
      <p:sp>
        <p:nvSpPr>
          <p:cNvPr id="3" name="Freeform 3"/>
          <p:cNvSpPr/>
          <p:nvPr/>
        </p:nvSpPr>
        <p:spPr>
          <a:xfrm>
            <a:off x="12668252" y="-1883382"/>
            <a:ext cx="10591798" cy="4572496"/>
          </a:xfrm>
          <a:custGeom>
            <a:avLst/>
            <a:gdLst/>
            <a:ahLst/>
            <a:cxnLst/>
            <a:rect l="l" t="t" r="r" b="b"/>
            <a:pathLst>
              <a:path w="10591798" h="4572496">
                <a:moveTo>
                  <a:pt x="0" y="0"/>
                </a:moveTo>
                <a:lnTo>
                  <a:pt x="10591798" y="0"/>
                </a:lnTo>
                <a:lnTo>
                  <a:pt x="10591798" y="4572496"/>
                </a:lnTo>
                <a:lnTo>
                  <a:pt x="0" y="4572496"/>
                </a:lnTo>
                <a:lnTo>
                  <a:pt x="0" y="0"/>
                </a:lnTo>
                <a:close/>
              </a:path>
            </a:pathLst>
          </a:custGeom>
          <a:blipFill>
            <a:blip r:embed="rId4"/>
            <a:stretch>
              <a:fillRect/>
            </a:stretch>
          </a:blipFill>
        </p:spPr>
        <p:txBody>
          <a:bodyPr/>
          <a:lstStyle/>
          <a:p>
            <a:endParaRPr lang="en-US"/>
          </a:p>
        </p:txBody>
      </p:sp>
      <p:sp>
        <p:nvSpPr>
          <p:cNvPr id="4" name="Freeform 4"/>
          <p:cNvSpPr/>
          <p:nvPr/>
        </p:nvSpPr>
        <p:spPr>
          <a:xfrm>
            <a:off x="11565652" y="7300104"/>
            <a:ext cx="10591798" cy="4503776"/>
          </a:xfrm>
          <a:custGeom>
            <a:avLst/>
            <a:gdLst/>
            <a:ahLst/>
            <a:cxnLst/>
            <a:rect l="l" t="t" r="r" b="b"/>
            <a:pathLst>
              <a:path w="10591798" h="4503776">
                <a:moveTo>
                  <a:pt x="0" y="0"/>
                </a:moveTo>
                <a:lnTo>
                  <a:pt x="10591798" y="0"/>
                </a:lnTo>
                <a:lnTo>
                  <a:pt x="10591798" y="4503776"/>
                </a:lnTo>
                <a:lnTo>
                  <a:pt x="0" y="4503776"/>
                </a:lnTo>
                <a:lnTo>
                  <a:pt x="0" y="0"/>
                </a:lnTo>
                <a:close/>
              </a:path>
            </a:pathLst>
          </a:custGeom>
          <a:blipFill>
            <a:blip r:embed="rId5"/>
            <a:stretch>
              <a:fillRect/>
            </a:stretch>
          </a:blipFill>
        </p:spPr>
        <p:txBody>
          <a:bodyPr/>
          <a:lstStyle/>
          <a:p>
            <a:endParaRPr lang="en-US"/>
          </a:p>
        </p:txBody>
      </p:sp>
      <p:sp>
        <p:nvSpPr>
          <p:cNvPr id="5" name="Freeform 5"/>
          <p:cNvSpPr/>
          <p:nvPr/>
        </p:nvSpPr>
        <p:spPr>
          <a:xfrm flipH="1">
            <a:off x="-4686298" y="-1883380"/>
            <a:ext cx="10591796" cy="4814492"/>
          </a:xfrm>
          <a:custGeom>
            <a:avLst/>
            <a:gdLst/>
            <a:ahLst/>
            <a:cxnLst/>
            <a:rect l="l" t="t" r="r" b="b"/>
            <a:pathLst>
              <a:path w="10591796" h="4814492">
                <a:moveTo>
                  <a:pt x="10591796" y="0"/>
                </a:moveTo>
                <a:lnTo>
                  <a:pt x="0" y="0"/>
                </a:lnTo>
                <a:lnTo>
                  <a:pt x="0" y="4814492"/>
                </a:lnTo>
                <a:lnTo>
                  <a:pt x="10591796" y="4814492"/>
                </a:lnTo>
                <a:lnTo>
                  <a:pt x="10591796" y="0"/>
                </a:lnTo>
                <a:close/>
              </a:path>
            </a:pathLst>
          </a:custGeom>
          <a:blipFill>
            <a:blip r:embed="rId6"/>
            <a:stretch>
              <a:fillRect/>
            </a:stretch>
          </a:blipFill>
        </p:spPr>
        <p:txBody>
          <a:bodyPr/>
          <a:lstStyle/>
          <a:p>
            <a:endParaRPr lang="en-US"/>
          </a:p>
        </p:txBody>
      </p:sp>
      <p:sp>
        <p:nvSpPr>
          <p:cNvPr id="6" name="Freeform 6"/>
          <p:cNvSpPr/>
          <p:nvPr/>
        </p:nvSpPr>
        <p:spPr>
          <a:xfrm>
            <a:off x="15042189" y="8257445"/>
            <a:ext cx="4154838" cy="4109514"/>
          </a:xfrm>
          <a:custGeom>
            <a:avLst/>
            <a:gdLst/>
            <a:ahLst/>
            <a:cxnLst/>
            <a:rect l="l" t="t" r="r" b="b"/>
            <a:pathLst>
              <a:path w="4154838" h="4109514">
                <a:moveTo>
                  <a:pt x="0" y="0"/>
                </a:moveTo>
                <a:lnTo>
                  <a:pt x="4154838" y="0"/>
                </a:lnTo>
                <a:lnTo>
                  <a:pt x="4154838" y="4109514"/>
                </a:lnTo>
                <a:lnTo>
                  <a:pt x="0" y="4109514"/>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US"/>
          </a:p>
        </p:txBody>
      </p:sp>
      <p:sp>
        <p:nvSpPr>
          <p:cNvPr id="7" name="Freeform 7"/>
          <p:cNvSpPr/>
          <p:nvPr/>
        </p:nvSpPr>
        <p:spPr>
          <a:xfrm>
            <a:off x="8077200" y="-666750"/>
            <a:ext cx="10706100" cy="5886450"/>
          </a:xfrm>
          <a:custGeom>
            <a:avLst/>
            <a:gdLst/>
            <a:ahLst/>
            <a:cxnLst/>
            <a:rect l="l" t="t" r="r" b="b"/>
            <a:pathLst>
              <a:path w="10706100" h="5886450">
                <a:moveTo>
                  <a:pt x="0" y="0"/>
                </a:moveTo>
                <a:lnTo>
                  <a:pt x="10706100" y="0"/>
                </a:lnTo>
                <a:lnTo>
                  <a:pt x="10706100" y="5886450"/>
                </a:lnTo>
                <a:lnTo>
                  <a:pt x="0" y="5886450"/>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US"/>
          </a:p>
        </p:txBody>
      </p:sp>
      <p:sp>
        <p:nvSpPr>
          <p:cNvPr id="8" name="Freeform 8"/>
          <p:cNvSpPr/>
          <p:nvPr/>
        </p:nvSpPr>
        <p:spPr>
          <a:xfrm>
            <a:off x="-590550" y="7429500"/>
            <a:ext cx="15773400" cy="3714750"/>
          </a:xfrm>
          <a:custGeom>
            <a:avLst/>
            <a:gdLst/>
            <a:ahLst/>
            <a:cxnLst/>
            <a:rect l="l" t="t" r="r" b="b"/>
            <a:pathLst>
              <a:path w="15773400" h="3714750">
                <a:moveTo>
                  <a:pt x="0" y="0"/>
                </a:moveTo>
                <a:lnTo>
                  <a:pt x="15773400" y="0"/>
                </a:lnTo>
                <a:lnTo>
                  <a:pt x="15773400" y="3714750"/>
                </a:lnTo>
                <a:lnTo>
                  <a:pt x="0" y="3714750"/>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txBody>
          <a:bodyPr/>
          <a:lstStyle/>
          <a:p>
            <a:endParaRPr lang="en-US"/>
          </a:p>
        </p:txBody>
      </p:sp>
      <p:sp>
        <p:nvSpPr>
          <p:cNvPr id="9" name="Freeform 9"/>
          <p:cNvSpPr/>
          <p:nvPr/>
        </p:nvSpPr>
        <p:spPr>
          <a:xfrm>
            <a:off x="407894" y="1028700"/>
            <a:ext cx="17137157" cy="8434640"/>
          </a:xfrm>
          <a:custGeom>
            <a:avLst/>
            <a:gdLst/>
            <a:ahLst/>
            <a:cxnLst/>
            <a:rect l="l" t="t" r="r" b="b"/>
            <a:pathLst>
              <a:path w="17137157" h="8434640">
                <a:moveTo>
                  <a:pt x="0" y="0"/>
                </a:moveTo>
                <a:lnTo>
                  <a:pt x="17137157" y="0"/>
                </a:lnTo>
                <a:lnTo>
                  <a:pt x="17137157" y="8434640"/>
                </a:lnTo>
                <a:lnTo>
                  <a:pt x="0" y="8434640"/>
                </a:lnTo>
                <a:lnTo>
                  <a:pt x="0" y="0"/>
                </a:lnTo>
                <a:close/>
              </a:path>
            </a:pathLst>
          </a:custGeom>
          <a:blipFill>
            <a:blip r:embed="rId13"/>
            <a:stretch>
              <a:fillRect l="-176" t="-756" b="-756"/>
            </a:stretch>
          </a:blipFill>
        </p:spPr>
        <p:txBody>
          <a:bodyPr/>
          <a:lstStyle/>
          <a:p>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C8EAFF"/>
        </a:solidFill>
        <a:effectLst/>
      </p:bgPr>
    </p:bg>
    <p:spTree>
      <p:nvGrpSpPr>
        <p:cNvPr id="1" name=""/>
        <p:cNvGrpSpPr/>
        <p:nvPr/>
      </p:nvGrpSpPr>
      <p:grpSpPr>
        <a:xfrm>
          <a:off x="0" y="0"/>
          <a:ext cx="0" cy="0"/>
          <a:chOff x="0" y="0"/>
          <a:chExt cx="0" cy="0"/>
        </a:xfrm>
      </p:grpSpPr>
      <p:sp>
        <p:nvSpPr>
          <p:cNvPr id="2" name="Freeform 2"/>
          <p:cNvSpPr/>
          <p:nvPr/>
        </p:nvSpPr>
        <p:spPr>
          <a:xfrm>
            <a:off x="0" y="0"/>
            <a:ext cx="18288006" cy="10287002"/>
          </a:xfrm>
          <a:custGeom>
            <a:avLst/>
            <a:gdLst/>
            <a:ahLst/>
            <a:cxnLst/>
            <a:rect l="l" t="t" r="r" b="b"/>
            <a:pathLst>
              <a:path w="18288006" h="10287002">
                <a:moveTo>
                  <a:pt x="0" y="0"/>
                </a:moveTo>
                <a:lnTo>
                  <a:pt x="18288006" y="0"/>
                </a:lnTo>
                <a:lnTo>
                  <a:pt x="18288006" y="10287002"/>
                </a:lnTo>
                <a:lnTo>
                  <a:pt x="0" y="10287002"/>
                </a:lnTo>
                <a:lnTo>
                  <a:pt x="0" y="0"/>
                </a:lnTo>
                <a:close/>
              </a:path>
            </a:pathLst>
          </a:custGeom>
          <a:blipFill>
            <a:blip r:embed="rId3">
              <a:alphaModFix amt="57999"/>
            </a:blip>
            <a:stretch>
              <a:fillRect/>
            </a:stretch>
          </a:blipFill>
        </p:spPr>
        <p:txBody>
          <a:bodyPr/>
          <a:lstStyle/>
          <a:p>
            <a:endParaRPr lang="en-US"/>
          </a:p>
        </p:txBody>
      </p:sp>
      <p:sp>
        <p:nvSpPr>
          <p:cNvPr id="3" name="Freeform 3"/>
          <p:cNvSpPr/>
          <p:nvPr/>
        </p:nvSpPr>
        <p:spPr>
          <a:xfrm>
            <a:off x="9563102" y="6385612"/>
            <a:ext cx="10591798" cy="5081356"/>
          </a:xfrm>
          <a:custGeom>
            <a:avLst/>
            <a:gdLst/>
            <a:ahLst/>
            <a:cxnLst/>
            <a:rect l="l" t="t" r="r" b="b"/>
            <a:pathLst>
              <a:path w="10591798" h="5081356">
                <a:moveTo>
                  <a:pt x="0" y="0"/>
                </a:moveTo>
                <a:lnTo>
                  <a:pt x="10591798" y="0"/>
                </a:lnTo>
                <a:lnTo>
                  <a:pt x="10591798" y="5081356"/>
                </a:lnTo>
                <a:lnTo>
                  <a:pt x="0" y="5081356"/>
                </a:lnTo>
                <a:lnTo>
                  <a:pt x="0" y="0"/>
                </a:lnTo>
                <a:close/>
              </a:path>
            </a:pathLst>
          </a:custGeom>
          <a:blipFill>
            <a:blip r:embed="rId4"/>
            <a:stretch>
              <a:fillRect/>
            </a:stretch>
          </a:blipFill>
        </p:spPr>
        <p:txBody>
          <a:bodyPr/>
          <a:lstStyle/>
          <a:p>
            <a:endParaRPr lang="en-US"/>
          </a:p>
        </p:txBody>
      </p:sp>
      <p:sp>
        <p:nvSpPr>
          <p:cNvPr id="4" name="Freeform 4"/>
          <p:cNvSpPr/>
          <p:nvPr/>
        </p:nvSpPr>
        <p:spPr>
          <a:xfrm>
            <a:off x="-2324098" y="6921768"/>
            <a:ext cx="10591798" cy="4572496"/>
          </a:xfrm>
          <a:custGeom>
            <a:avLst/>
            <a:gdLst/>
            <a:ahLst/>
            <a:cxnLst/>
            <a:rect l="l" t="t" r="r" b="b"/>
            <a:pathLst>
              <a:path w="10591798" h="4572496">
                <a:moveTo>
                  <a:pt x="0" y="0"/>
                </a:moveTo>
                <a:lnTo>
                  <a:pt x="10591798" y="0"/>
                </a:lnTo>
                <a:lnTo>
                  <a:pt x="10591798" y="4572496"/>
                </a:lnTo>
                <a:lnTo>
                  <a:pt x="0" y="4572496"/>
                </a:lnTo>
                <a:lnTo>
                  <a:pt x="0" y="0"/>
                </a:lnTo>
                <a:close/>
              </a:path>
            </a:pathLst>
          </a:custGeom>
          <a:blipFill>
            <a:blip r:embed="rId5"/>
            <a:stretch>
              <a:fillRect/>
            </a:stretch>
          </a:blipFill>
        </p:spPr>
        <p:txBody>
          <a:bodyPr/>
          <a:lstStyle/>
          <a:p>
            <a:endParaRPr lang="en-US"/>
          </a:p>
        </p:txBody>
      </p:sp>
      <p:sp>
        <p:nvSpPr>
          <p:cNvPr id="5" name="Freeform 5"/>
          <p:cNvSpPr/>
          <p:nvPr/>
        </p:nvSpPr>
        <p:spPr>
          <a:xfrm>
            <a:off x="-816648" y="213894"/>
            <a:ext cx="7103150" cy="10873200"/>
          </a:xfrm>
          <a:custGeom>
            <a:avLst/>
            <a:gdLst/>
            <a:ahLst/>
            <a:cxnLst/>
            <a:rect l="l" t="t" r="r" b="b"/>
            <a:pathLst>
              <a:path w="7103150" h="10873200">
                <a:moveTo>
                  <a:pt x="0" y="0"/>
                </a:moveTo>
                <a:lnTo>
                  <a:pt x="7103150" y="0"/>
                </a:lnTo>
                <a:lnTo>
                  <a:pt x="7103150" y="10873200"/>
                </a:lnTo>
                <a:lnTo>
                  <a:pt x="0" y="108732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6" name="Freeform 6"/>
          <p:cNvSpPr/>
          <p:nvPr/>
        </p:nvSpPr>
        <p:spPr>
          <a:xfrm>
            <a:off x="3638550" y="8062618"/>
            <a:ext cx="15392400" cy="2700650"/>
          </a:xfrm>
          <a:custGeom>
            <a:avLst/>
            <a:gdLst/>
            <a:ahLst/>
            <a:cxnLst/>
            <a:rect l="l" t="t" r="r" b="b"/>
            <a:pathLst>
              <a:path w="15392400" h="2700650">
                <a:moveTo>
                  <a:pt x="0" y="0"/>
                </a:moveTo>
                <a:lnTo>
                  <a:pt x="15392400" y="0"/>
                </a:lnTo>
                <a:lnTo>
                  <a:pt x="15392400" y="2700650"/>
                </a:lnTo>
                <a:lnTo>
                  <a:pt x="0" y="270065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US"/>
          </a:p>
        </p:txBody>
      </p:sp>
      <p:sp>
        <p:nvSpPr>
          <p:cNvPr id="7" name="Freeform 7"/>
          <p:cNvSpPr/>
          <p:nvPr/>
        </p:nvSpPr>
        <p:spPr>
          <a:xfrm>
            <a:off x="5682035" y="5650494"/>
            <a:ext cx="4501864" cy="4202613"/>
          </a:xfrm>
          <a:custGeom>
            <a:avLst/>
            <a:gdLst/>
            <a:ahLst/>
            <a:cxnLst/>
            <a:rect l="l" t="t" r="r" b="b"/>
            <a:pathLst>
              <a:path w="4501864" h="4202613">
                <a:moveTo>
                  <a:pt x="0" y="0"/>
                </a:moveTo>
                <a:lnTo>
                  <a:pt x="4501864" y="0"/>
                </a:lnTo>
                <a:lnTo>
                  <a:pt x="4501864" y="4202613"/>
                </a:lnTo>
                <a:lnTo>
                  <a:pt x="0" y="4202613"/>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US"/>
          </a:p>
        </p:txBody>
      </p:sp>
      <p:sp>
        <p:nvSpPr>
          <p:cNvPr id="8" name="Freeform 8"/>
          <p:cNvSpPr/>
          <p:nvPr/>
        </p:nvSpPr>
        <p:spPr>
          <a:xfrm>
            <a:off x="10987323" y="2423404"/>
            <a:ext cx="7007000" cy="5440192"/>
          </a:xfrm>
          <a:custGeom>
            <a:avLst/>
            <a:gdLst/>
            <a:ahLst/>
            <a:cxnLst/>
            <a:rect l="l" t="t" r="r" b="b"/>
            <a:pathLst>
              <a:path w="7007000" h="5440192">
                <a:moveTo>
                  <a:pt x="0" y="0"/>
                </a:moveTo>
                <a:lnTo>
                  <a:pt x="7007000" y="0"/>
                </a:lnTo>
                <a:lnTo>
                  <a:pt x="7007000" y="5440192"/>
                </a:lnTo>
                <a:lnTo>
                  <a:pt x="0" y="5440192"/>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endParaRPr lang="en-US"/>
          </a:p>
        </p:txBody>
      </p:sp>
      <p:grpSp>
        <p:nvGrpSpPr>
          <p:cNvPr id="9" name="Group 9"/>
          <p:cNvGrpSpPr/>
          <p:nvPr/>
        </p:nvGrpSpPr>
        <p:grpSpPr>
          <a:xfrm>
            <a:off x="15722244" y="6667646"/>
            <a:ext cx="284400" cy="284400"/>
            <a:chOff x="0" y="0"/>
            <a:chExt cx="379200" cy="379200"/>
          </a:xfrm>
        </p:grpSpPr>
        <p:sp>
          <p:nvSpPr>
            <p:cNvPr id="10" name="Freeform 10"/>
            <p:cNvSpPr/>
            <p:nvPr/>
          </p:nvSpPr>
          <p:spPr>
            <a:xfrm>
              <a:off x="0" y="0"/>
              <a:ext cx="379222" cy="379222"/>
            </a:xfrm>
            <a:custGeom>
              <a:avLst/>
              <a:gdLst/>
              <a:ahLst/>
              <a:cxnLst/>
              <a:rect l="l" t="t" r="r" b="b"/>
              <a:pathLst>
                <a:path w="379222" h="379222">
                  <a:moveTo>
                    <a:pt x="0" y="189611"/>
                  </a:moveTo>
                  <a:cubicBezTo>
                    <a:pt x="0" y="84836"/>
                    <a:pt x="84836" y="0"/>
                    <a:pt x="189611" y="0"/>
                  </a:cubicBezTo>
                  <a:cubicBezTo>
                    <a:pt x="294386" y="0"/>
                    <a:pt x="379222" y="84836"/>
                    <a:pt x="379222" y="189611"/>
                  </a:cubicBezTo>
                  <a:cubicBezTo>
                    <a:pt x="379222" y="294386"/>
                    <a:pt x="294259" y="379222"/>
                    <a:pt x="189611" y="379222"/>
                  </a:cubicBezTo>
                  <a:cubicBezTo>
                    <a:pt x="84963" y="379222"/>
                    <a:pt x="0" y="294259"/>
                    <a:pt x="0" y="189611"/>
                  </a:cubicBezTo>
                  <a:close/>
                </a:path>
              </a:pathLst>
            </a:custGeom>
            <a:solidFill>
              <a:srgbClr val="D6D4B2"/>
            </a:solidFill>
          </p:spPr>
          <p:txBody>
            <a:bodyPr/>
            <a:lstStyle/>
            <a:p>
              <a:endParaRPr lang="en-US"/>
            </a:p>
          </p:txBody>
        </p:sp>
      </p:grpSp>
      <p:sp>
        <p:nvSpPr>
          <p:cNvPr id="11" name="Freeform 11"/>
          <p:cNvSpPr/>
          <p:nvPr/>
        </p:nvSpPr>
        <p:spPr>
          <a:xfrm>
            <a:off x="11334750" y="2895423"/>
            <a:ext cx="6218600" cy="3490189"/>
          </a:xfrm>
          <a:custGeom>
            <a:avLst/>
            <a:gdLst/>
            <a:ahLst/>
            <a:cxnLst/>
            <a:rect l="l" t="t" r="r" b="b"/>
            <a:pathLst>
              <a:path w="6218600" h="3490189">
                <a:moveTo>
                  <a:pt x="0" y="0"/>
                </a:moveTo>
                <a:lnTo>
                  <a:pt x="6218600" y="0"/>
                </a:lnTo>
                <a:lnTo>
                  <a:pt x="6218600" y="3490189"/>
                </a:lnTo>
                <a:lnTo>
                  <a:pt x="0" y="3490189"/>
                </a:lnTo>
                <a:lnTo>
                  <a:pt x="0" y="0"/>
                </a:lnTo>
                <a:close/>
              </a:path>
            </a:pathLst>
          </a:custGeom>
          <a:blipFill>
            <a:blip r:embed="rId14"/>
            <a:stretch>
              <a:fillRect/>
            </a:stretch>
          </a:blipFill>
        </p:spPr>
        <p:txBody>
          <a:bodyPr/>
          <a:lstStyle/>
          <a:p>
            <a:endParaRPr lang="en-US"/>
          </a:p>
        </p:txBody>
      </p:sp>
      <p:sp>
        <p:nvSpPr>
          <p:cNvPr id="12" name="TextBox 12"/>
          <p:cNvSpPr txBox="1"/>
          <p:nvPr/>
        </p:nvSpPr>
        <p:spPr>
          <a:xfrm>
            <a:off x="177900" y="9525"/>
            <a:ext cx="10809424" cy="10668000"/>
          </a:xfrm>
          <a:prstGeom prst="rect">
            <a:avLst/>
          </a:prstGeom>
        </p:spPr>
        <p:txBody>
          <a:bodyPr lIns="0" tIns="0" rIns="0" bIns="0" rtlCol="0" anchor="t">
            <a:spAutoFit/>
          </a:bodyPr>
          <a:lstStyle/>
          <a:p>
            <a:pPr algn="l">
              <a:lnSpc>
                <a:spcPts val="4464"/>
              </a:lnSpc>
            </a:pPr>
            <a:r>
              <a:rPr lang="en-US" sz="3720" u="sng">
                <a:solidFill>
                  <a:srgbClr val="13394F"/>
                </a:solidFill>
                <a:latin typeface="Lexend Deca"/>
                <a:ea typeface="Lexend Deca"/>
                <a:cs typeface="Lexend Deca"/>
                <a:sym typeface="Lexend Deca"/>
              </a:rPr>
              <a:t>Description</a:t>
            </a:r>
          </a:p>
          <a:p>
            <a:pPr algn="l">
              <a:lnSpc>
                <a:spcPts val="4464"/>
              </a:lnSpc>
            </a:pPr>
            <a:r>
              <a:rPr lang="en-US" sz="3720">
                <a:solidFill>
                  <a:srgbClr val="13394F"/>
                </a:solidFill>
                <a:latin typeface="Lexend Deca"/>
                <a:ea typeface="Lexend Deca"/>
                <a:cs typeface="Lexend Deca"/>
                <a:sym typeface="Lexend Deca"/>
              </a:rPr>
              <a:t>This page is displayed after a user logs in successfully. It shows available flights and user-specific navigation options.</a:t>
            </a:r>
          </a:p>
          <a:p>
            <a:pPr algn="l">
              <a:lnSpc>
                <a:spcPts val="4464"/>
              </a:lnSpc>
            </a:pPr>
            <a:endParaRPr lang="en-US" sz="3720">
              <a:solidFill>
                <a:srgbClr val="13394F"/>
              </a:solidFill>
              <a:latin typeface="Lexend Deca"/>
              <a:ea typeface="Lexend Deca"/>
              <a:cs typeface="Lexend Deca"/>
              <a:sym typeface="Lexend Deca"/>
            </a:endParaRPr>
          </a:p>
          <a:p>
            <a:pPr algn="l">
              <a:lnSpc>
                <a:spcPts val="4464"/>
              </a:lnSpc>
            </a:pPr>
            <a:r>
              <a:rPr lang="en-US" sz="3720" u="sng">
                <a:solidFill>
                  <a:srgbClr val="13394F"/>
                </a:solidFill>
                <a:latin typeface="Lexend Deca"/>
                <a:ea typeface="Lexend Deca"/>
                <a:cs typeface="Lexend Deca"/>
                <a:sym typeface="Lexend Deca"/>
              </a:rPr>
              <a:t>Functionalities</a:t>
            </a:r>
          </a:p>
          <a:p>
            <a:pPr marL="803294" lvl="1" indent="-401647" algn="l">
              <a:lnSpc>
                <a:spcPts val="4464"/>
              </a:lnSpc>
              <a:buFont typeface="Arial"/>
              <a:buChar char="•"/>
            </a:pPr>
            <a:r>
              <a:rPr lang="en-US" sz="3720">
                <a:solidFill>
                  <a:srgbClr val="13394F"/>
                </a:solidFill>
                <a:latin typeface="Lexend Deca"/>
                <a:ea typeface="Lexend Deca"/>
                <a:cs typeface="Lexend Deca"/>
                <a:sym typeface="Lexend Deca"/>
              </a:rPr>
              <a:t>View available flights</a:t>
            </a:r>
          </a:p>
          <a:p>
            <a:pPr marL="803294" lvl="1" indent="-401647" algn="l">
              <a:lnSpc>
                <a:spcPts val="4464"/>
              </a:lnSpc>
              <a:buFont typeface="Arial"/>
              <a:buChar char="•"/>
            </a:pPr>
            <a:r>
              <a:rPr lang="en-US" sz="3720">
                <a:solidFill>
                  <a:srgbClr val="13394F"/>
                </a:solidFill>
                <a:latin typeface="Lexend Deca"/>
                <a:ea typeface="Lexend Deca"/>
                <a:cs typeface="Lexend Deca"/>
                <a:sym typeface="Lexend Deca"/>
              </a:rPr>
              <a:t>Search flights by:</a:t>
            </a:r>
          </a:p>
          <a:p>
            <a:pPr marL="1606587" lvl="2" indent="-535529" algn="l">
              <a:lnSpc>
                <a:spcPts val="4464"/>
              </a:lnSpc>
              <a:buFont typeface="Arial"/>
              <a:buChar char="⚬"/>
            </a:pPr>
            <a:r>
              <a:rPr lang="en-US" sz="3720">
                <a:solidFill>
                  <a:srgbClr val="13394F"/>
                </a:solidFill>
                <a:latin typeface="Lexend Deca"/>
                <a:ea typeface="Lexend Deca"/>
                <a:cs typeface="Lexend Deca"/>
                <a:sym typeface="Lexend Deca"/>
              </a:rPr>
              <a:t>Source airport</a:t>
            </a:r>
          </a:p>
          <a:p>
            <a:pPr marL="1606587" lvl="2" indent="-535529" algn="l">
              <a:lnSpc>
                <a:spcPts val="4464"/>
              </a:lnSpc>
              <a:buFont typeface="Arial"/>
              <a:buChar char="⚬"/>
            </a:pPr>
            <a:r>
              <a:rPr lang="en-US" sz="3720">
                <a:solidFill>
                  <a:srgbClr val="13394F"/>
                </a:solidFill>
                <a:latin typeface="Lexend Deca"/>
                <a:ea typeface="Lexend Deca"/>
                <a:cs typeface="Lexend Deca"/>
                <a:sym typeface="Lexend Deca"/>
              </a:rPr>
              <a:t>Destination airport</a:t>
            </a:r>
          </a:p>
          <a:p>
            <a:pPr marL="1606587" lvl="2" indent="-535529" algn="l">
              <a:lnSpc>
                <a:spcPts val="4464"/>
              </a:lnSpc>
              <a:buFont typeface="Arial"/>
              <a:buChar char="⚬"/>
            </a:pPr>
            <a:r>
              <a:rPr lang="en-US" sz="3720">
                <a:solidFill>
                  <a:srgbClr val="13394F"/>
                </a:solidFill>
                <a:latin typeface="Lexend Deca"/>
                <a:ea typeface="Lexend Deca"/>
                <a:cs typeface="Lexend Deca"/>
                <a:sym typeface="Lexend Deca"/>
              </a:rPr>
              <a:t>Date</a:t>
            </a:r>
          </a:p>
          <a:p>
            <a:pPr marL="803294" lvl="1" indent="-401647" algn="l">
              <a:lnSpc>
                <a:spcPts val="4464"/>
              </a:lnSpc>
              <a:buFont typeface="Arial"/>
              <a:buChar char="•"/>
            </a:pPr>
            <a:r>
              <a:rPr lang="en-US" sz="3720">
                <a:solidFill>
                  <a:srgbClr val="13394F"/>
                </a:solidFill>
                <a:latin typeface="Lexend Deca"/>
                <a:ea typeface="Lexend Deca"/>
                <a:cs typeface="Lexend Deca"/>
                <a:sym typeface="Lexend Deca"/>
              </a:rPr>
              <a:t>Book flight</a:t>
            </a:r>
          </a:p>
          <a:p>
            <a:pPr marL="803294" lvl="1" indent="-401647" algn="l">
              <a:lnSpc>
                <a:spcPts val="4464"/>
              </a:lnSpc>
              <a:buFont typeface="Arial"/>
              <a:buChar char="•"/>
            </a:pPr>
            <a:r>
              <a:rPr lang="en-US" sz="3720">
                <a:solidFill>
                  <a:srgbClr val="13394F"/>
                </a:solidFill>
                <a:latin typeface="Lexend Deca"/>
                <a:ea typeface="Lexend Deca"/>
                <a:cs typeface="Lexend Deca"/>
                <a:sym typeface="Lexend Deca"/>
              </a:rPr>
              <a:t>Navigate to:</a:t>
            </a:r>
          </a:p>
          <a:p>
            <a:pPr marL="1606587" lvl="2" indent="-535529" algn="l">
              <a:lnSpc>
                <a:spcPts val="4464"/>
              </a:lnSpc>
              <a:buFont typeface="Arial"/>
              <a:buChar char="⚬"/>
            </a:pPr>
            <a:r>
              <a:rPr lang="en-US" sz="3720">
                <a:solidFill>
                  <a:srgbClr val="13394F"/>
                </a:solidFill>
                <a:latin typeface="Lexend Deca"/>
                <a:ea typeface="Lexend Deca"/>
                <a:cs typeface="Lexend Deca"/>
                <a:sym typeface="Lexend Deca"/>
              </a:rPr>
              <a:t>Booked flights</a:t>
            </a:r>
          </a:p>
          <a:p>
            <a:pPr marL="1606587" lvl="2" indent="-535529" algn="l">
              <a:lnSpc>
                <a:spcPts val="4464"/>
              </a:lnSpc>
              <a:buFont typeface="Arial"/>
              <a:buChar char="⚬"/>
            </a:pPr>
            <a:r>
              <a:rPr lang="en-US" sz="3720">
                <a:solidFill>
                  <a:srgbClr val="13394F"/>
                </a:solidFill>
                <a:latin typeface="Lexend Deca"/>
                <a:ea typeface="Lexend Deca"/>
                <a:cs typeface="Lexend Deca"/>
                <a:sym typeface="Lexend Deca"/>
              </a:rPr>
              <a:t>User account</a:t>
            </a:r>
          </a:p>
          <a:p>
            <a:pPr algn="l">
              <a:lnSpc>
                <a:spcPts val="4464"/>
              </a:lnSpc>
            </a:pPr>
            <a:endParaRPr lang="en-US" sz="3720">
              <a:solidFill>
                <a:srgbClr val="13394F"/>
              </a:solidFill>
              <a:latin typeface="Lexend Deca"/>
              <a:ea typeface="Lexend Deca"/>
              <a:cs typeface="Lexend Deca"/>
              <a:sym typeface="Lexend Deca"/>
            </a:endParaRPr>
          </a:p>
          <a:p>
            <a:pPr algn="l">
              <a:lnSpc>
                <a:spcPts val="4464"/>
              </a:lnSpc>
            </a:pPr>
            <a:r>
              <a:rPr lang="en-US" sz="3720" u="sng">
                <a:solidFill>
                  <a:srgbClr val="13394F"/>
                </a:solidFill>
                <a:latin typeface="Lexend Deca"/>
                <a:ea typeface="Lexend Deca"/>
                <a:cs typeface="Lexend Deca"/>
                <a:sym typeface="Lexend Deca"/>
              </a:rPr>
              <a:t>Access Level</a:t>
            </a:r>
          </a:p>
          <a:p>
            <a:pPr algn="l">
              <a:lnSpc>
                <a:spcPts val="4464"/>
              </a:lnSpc>
            </a:pPr>
            <a:r>
              <a:rPr lang="en-US" sz="3720">
                <a:solidFill>
                  <a:srgbClr val="13394F"/>
                </a:solidFill>
                <a:latin typeface="Lexend Deca"/>
                <a:ea typeface="Lexend Deca"/>
                <a:cs typeface="Lexend Deca"/>
                <a:sym typeface="Lexend Deca"/>
              </a:rPr>
              <a:t>User</a:t>
            </a:r>
          </a:p>
          <a:p>
            <a:pPr algn="l">
              <a:lnSpc>
                <a:spcPts val="4464"/>
              </a:lnSpc>
            </a:pPr>
            <a:endParaRPr lang="en-US" sz="3720">
              <a:solidFill>
                <a:srgbClr val="13394F"/>
              </a:solidFill>
              <a:latin typeface="Lexend Deca"/>
              <a:ea typeface="Lexend Deca"/>
              <a:cs typeface="Lexend Deca"/>
              <a:sym typeface="Lexend Deca"/>
            </a:endParaRPr>
          </a:p>
        </p:txBody>
      </p:sp>
      <p:grpSp>
        <p:nvGrpSpPr>
          <p:cNvPr id="13" name="Group 13"/>
          <p:cNvGrpSpPr/>
          <p:nvPr/>
        </p:nvGrpSpPr>
        <p:grpSpPr>
          <a:xfrm>
            <a:off x="10906350" y="756969"/>
            <a:ext cx="7075401" cy="1144855"/>
            <a:chOff x="0" y="0"/>
            <a:chExt cx="8092203" cy="1309381"/>
          </a:xfrm>
        </p:grpSpPr>
        <p:sp>
          <p:nvSpPr>
            <p:cNvPr id="14" name="Freeform 14"/>
            <p:cNvSpPr/>
            <p:nvPr/>
          </p:nvSpPr>
          <p:spPr>
            <a:xfrm>
              <a:off x="0" y="0"/>
              <a:ext cx="8092164" cy="1309429"/>
            </a:xfrm>
            <a:custGeom>
              <a:avLst/>
              <a:gdLst/>
              <a:ahLst/>
              <a:cxnLst/>
              <a:rect l="l" t="t" r="r" b="b"/>
              <a:pathLst>
                <a:path w="8092164" h="1309429">
                  <a:moveTo>
                    <a:pt x="0" y="0"/>
                  </a:moveTo>
                  <a:lnTo>
                    <a:pt x="8092164" y="0"/>
                  </a:lnTo>
                  <a:lnTo>
                    <a:pt x="8092164" y="1309429"/>
                  </a:lnTo>
                  <a:lnTo>
                    <a:pt x="0" y="1309429"/>
                  </a:lnTo>
                  <a:close/>
                </a:path>
              </a:pathLst>
            </a:custGeom>
            <a:solidFill>
              <a:srgbClr val="FFFFFF">
                <a:alpha val="11765"/>
              </a:srgbClr>
            </a:solidFill>
          </p:spPr>
          <p:txBody>
            <a:bodyPr/>
            <a:lstStyle/>
            <a:p>
              <a:endParaRPr lang="en-US"/>
            </a:p>
          </p:txBody>
        </p:sp>
        <p:sp>
          <p:nvSpPr>
            <p:cNvPr id="15" name="TextBox 15"/>
            <p:cNvSpPr txBox="1"/>
            <p:nvPr/>
          </p:nvSpPr>
          <p:spPr>
            <a:xfrm>
              <a:off x="0" y="0"/>
              <a:ext cx="8092203" cy="1309381"/>
            </a:xfrm>
            <a:prstGeom prst="rect">
              <a:avLst/>
            </a:prstGeom>
          </p:spPr>
          <p:txBody>
            <a:bodyPr lIns="59223" tIns="59223" rIns="59223" bIns="59223" rtlCol="0" anchor="ctr"/>
            <a:lstStyle/>
            <a:p>
              <a:pPr algn="ctr">
                <a:lnSpc>
                  <a:spcPts val="5595"/>
                </a:lnSpc>
              </a:pPr>
              <a:r>
                <a:rPr lang="en-US" sz="4663">
                  <a:solidFill>
                    <a:srgbClr val="13394F"/>
                  </a:solidFill>
                  <a:latin typeface="Lexend Deca"/>
                  <a:ea typeface="Lexend Deca"/>
                  <a:cs typeface="Lexend Deca"/>
                  <a:sym typeface="Lexend Deca"/>
                </a:rPr>
                <a:t>3.4 User Main Page</a:t>
              </a:r>
            </a:p>
          </p:txBody>
        </p: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C8EAFF"/>
        </a:solidFill>
        <a:effectLst/>
      </p:bgPr>
    </p:bg>
    <p:spTree>
      <p:nvGrpSpPr>
        <p:cNvPr id="1" name=""/>
        <p:cNvGrpSpPr/>
        <p:nvPr/>
      </p:nvGrpSpPr>
      <p:grpSpPr>
        <a:xfrm>
          <a:off x="0" y="0"/>
          <a:ext cx="0" cy="0"/>
          <a:chOff x="0" y="0"/>
          <a:chExt cx="0" cy="0"/>
        </a:xfrm>
      </p:grpSpPr>
      <p:sp>
        <p:nvSpPr>
          <p:cNvPr id="2" name="Freeform 2"/>
          <p:cNvSpPr/>
          <p:nvPr/>
        </p:nvSpPr>
        <p:spPr>
          <a:xfrm>
            <a:off x="0" y="0"/>
            <a:ext cx="18288006" cy="10287002"/>
          </a:xfrm>
          <a:custGeom>
            <a:avLst/>
            <a:gdLst/>
            <a:ahLst/>
            <a:cxnLst/>
            <a:rect l="l" t="t" r="r" b="b"/>
            <a:pathLst>
              <a:path w="18288006" h="10287002">
                <a:moveTo>
                  <a:pt x="0" y="0"/>
                </a:moveTo>
                <a:lnTo>
                  <a:pt x="18288006" y="0"/>
                </a:lnTo>
                <a:lnTo>
                  <a:pt x="18288006" y="10287002"/>
                </a:lnTo>
                <a:lnTo>
                  <a:pt x="0" y="10287002"/>
                </a:lnTo>
                <a:lnTo>
                  <a:pt x="0" y="0"/>
                </a:lnTo>
                <a:close/>
              </a:path>
            </a:pathLst>
          </a:custGeom>
          <a:blipFill>
            <a:blip r:embed="rId3">
              <a:alphaModFix amt="57999"/>
            </a:blip>
            <a:stretch>
              <a:fillRect/>
            </a:stretch>
          </a:blipFill>
        </p:spPr>
        <p:txBody>
          <a:bodyPr/>
          <a:lstStyle/>
          <a:p>
            <a:endParaRPr lang="en-US"/>
          </a:p>
        </p:txBody>
      </p:sp>
      <p:sp>
        <p:nvSpPr>
          <p:cNvPr id="3" name="Freeform 3"/>
          <p:cNvSpPr/>
          <p:nvPr/>
        </p:nvSpPr>
        <p:spPr>
          <a:xfrm>
            <a:off x="12668252" y="-1883382"/>
            <a:ext cx="10591798" cy="4572496"/>
          </a:xfrm>
          <a:custGeom>
            <a:avLst/>
            <a:gdLst/>
            <a:ahLst/>
            <a:cxnLst/>
            <a:rect l="l" t="t" r="r" b="b"/>
            <a:pathLst>
              <a:path w="10591798" h="4572496">
                <a:moveTo>
                  <a:pt x="0" y="0"/>
                </a:moveTo>
                <a:lnTo>
                  <a:pt x="10591798" y="0"/>
                </a:lnTo>
                <a:lnTo>
                  <a:pt x="10591798" y="4572496"/>
                </a:lnTo>
                <a:lnTo>
                  <a:pt x="0" y="4572496"/>
                </a:lnTo>
                <a:lnTo>
                  <a:pt x="0" y="0"/>
                </a:lnTo>
                <a:close/>
              </a:path>
            </a:pathLst>
          </a:custGeom>
          <a:blipFill>
            <a:blip r:embed="rId4"/>
            <a:stretch>
              <a:fillRect/>
            </a:stretch>
          </a:blipFill>
        </p:spPr>
        <p:txBody>
          <a:bodyPr/>
          <a:lstStyle/>
          <a:p>
            <a:endParaRPr lang="en-US"/>
          </a:p>
        </p:txBody>
      </p:sp>
      <p:sp>
        <p:nvSpPr>
          <p:cNvPr id="4" name="Freeform 4"/>
          <p:cNvSpPr/>
          <p:nvPr/>
        </p:nvSpPr>
        <p:spPr>
          <a:xfrm>
            <a:off x="11565652" y="7300104"/>
            <a:ext cx="10591798" cy="4503776"/>
          </a:xfrm>
          <a:custGeom>
            <a:avLst/>
            <a:gdLst/>
            <a:ahLst/>
            <a:cxnLst/>
            <a:rect l="l" t="t" r="r" b="b"/>
            <a:pathLst>
              <a:path w="10591798" h="4503776">
                <a:moveTo>
                  <a:pt x="0" y="0"/>
                </a:moveTo>
                <a:lnTo>
                  <a:pt x="10591798" y="0"/>
                </a:lnTo>
                <a:lnTo>
                  <a:pt x="10591798" y="4503776"/>
                </a:lnTo>
                <a:lnTo>
                  <a:pt x="0" y="4503776"/>
                </a:lnTo>
                <a:lnTo>
                  <a:pt x="0" y="0"/>
                </a:lnTo>
                <a:close/>
              </a:path>
            </a:pathLst>
          </a:custGeom>
          <a:blipFill>
            <a:blip r:embed="rId5"/>
            <a:stretch>
              <a:fillRect/>
            </a:stretch>
          </a:blipFill>
        </p:spPr>
        <p:txBody>
          <a:bodyPr/>
          <a:lstStyle/>
          <a:p>
            <a:endParaRPr lang="en-US"/>
          </a:p>
        </p:txBody>
      </p:sp>
      <p:sp>
        <p:nvSpPr>
          <p:cNvPr id="5" name="Freeform 5"/>
          <p:cNvSpPr/>
          <p:nvPr/>
        </p:nvSpPr>
        <p:spPr>
          <a:xfrm flipH="1">
            <a:off x="-4686298" y="-1883380"/>
            <a:ext cx="10591796" cy="4814492"/>
          </a:xfrm>
          <a:custGeom>
            <a:avLst/>
            <a:gdLst/>
            <a:ahLst/>
            <a:cxnLst/>
            <a:rect l="l" t="t" r="r" b="b"/>
            <a:pathLst>
              <a:path w="10591796" h="4814492">
                <a:moveTo>
                  <a:pt x="10591796" y="0"/>
                </a:moveTo>
                <a:lnTo>
                  <a:pt x="0" y="0"/>
                </a:lnTo>
                <a:lnTo>
                  <a:pt x="0" y="4814492"/>
                </a:lnTo>
                <a:lnTo>
                  <a:pt x="10591796" y="4814492"/>
                </a:lnTo>
                <a:lnTo>
                  <a:pt x="10591796" y="0"/>
                </a:lnTo>
                <a:close/>
              </a:path>
            </a:pathLst>
          </a:custGeom>
          <a:blipFill>
            <a:blip r:embed="rId6"/>
            <a:stretch>
              <a:fillRect/>
            </a:stretch>
          </a:blipFill>
        </p:spPr>
        <p:txBody>
          <a:bodyPr/>
          <a:lstStyle/>
          <a:p>
            <a:endParaRPr lang="en-US"/>
          </a:p>
        </p:txBody>
      </p:sp>
      <p:sp>
        <p:nvSpPr>
          <p:cNvPr id="6" name="Freeform 6"/>
          <p:cNvSpPr/>
          <p:nvPr/>
        </p:nvSpPr>
        <p:spPr>
          <a:xfrm>
            <a:off x="15042189" y="8257445"/>
            <a:ext cx="4154838" cy="4109514"/>
          </a:xfrm>
          <a:custGeom>
            <a:avLst/>
            <a:gdLst/>
            <a:ahLst/>
            <a:cxnLst/>
            <a:rect l="l" t="t" r="r" b="b"/>
            <a:pathLst>
              <a:path w="4154838" h="4109514">
                <a:moveTo>
                  <a:pt x="0" y="0"/>
                </a:moveTo>
                <a:lnTo>
                  <a:pt x="4154838" y="0"/>
                </a:lnTo>
                <a:lnTo>
                  <a:pt x="4154838" y="4109514"/>
                </a:lnTo>
                <a:lnTo>
                  <a:pt x="0" y="4109514"/>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US"/>
          </a:p>
        </p:txBody>
      </p:sp>
      <p:sp>
        <p:nvSpPr>
          <p:cNvPr id="7" name="Freeform 7"/>
          <p:cNvSpPr/>
          <p:nvPr/>
        </p:nvSpPr>
        <p:spPr>
          <a:xfrm>
            <a:off x="8077200" y="-666750"/>
            <a:ext cx="10706100" cy="5886450"/>
          </a:xfrm>
          <a:custGeom>
            <a:avLst/>
            <a:gdLst/>
            <a:ahLst/>
            <a:cxnLst/>
            <a:rect l="l" t="t" r="r" b="b"/>
            <a:pathLst>
              <a:path w="10706100" h="5886450">
                <a:moveTo>
                  <a:pt x="0" y="0"/>
                </a:moveTo>
                <a:lnTo>
                  <a:pt x="10706100" y="0"/>
                </a:lnTo>
                <a:lnTo>
                  <a:pt x="10706100" y="5886450"/>
                </a:lnTo>
                <a:lnTo>
                  <a:pt x="0" y="5886450"/>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US"/>
          </a:p>
        </p:txBody>
      </p:sp>
      <p:sp>
        <p:nvSpPr>
          <p:cNvPr id="8" name="Freeform 8"/>
          <p:cNvSpPr/>
          <p:nvPr/>
        </p:nvSpPr>
        <p:spPr>
          <a:xfrm>
            <a:off x="-590550" y="7429500"/>
            <a:ext cx="15773400" cy="3714750"/>
          </a:xfrm>
          <a:custGeom>
            <a:avLst/>
            <a:gdLst/>
            <a:ahLst/>
            <a:cxnLst/>
            <a:rect l="l" t="t" r="r" b="b"/>
            <a:pathLst>
              <a:path w="15773400" h="3714750">
                <a:moveTo>
                  <a:pt x="0" y="0"/>
                </a:moveTo>
                <a:lnTo>
                  <a:pt x="15773400" y="0"/>
                </a:lnTo>
                <a:lnTo>
                  <a:pt x="15773400" y="3714750"/>
                </a:lnTo>
                <a:lnTo>
                  <a:pt x="0" y="3714750"/>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txBody>
          <a:bodyPr/>
          <a:lstStyle/>
          <a:p>
            <a:endParaRPr lang="en-US"/>
          </a:p>
        </p:txBody>
      </p:sp>
      <p:sp>
        <p:nvSpPr>
          <p:cNvPr id="9" name="Freeform 9"/>
          <p:cNvSpPr/>
          <p:nvPr/>
        </p:nvSpPr>
        <p:spPr>
          <a:xfrm>
            <a:off x="1370005" y="1217633"/>
            <a:ext cx="15327960" cy="7740620"/>
          </a:xfrm>
          <a:custGeom>
            <a:avLst/>
            <a:gdLst/>
            <a:ahLst/>
            <a:cxnLst/>
            <a:rect l="l" t="t" r="r" b="b"/>
            <a:pathLst>
              <a:path w="15327960" h="7740620">
                <a:moveTo>
                  <a:pt x="0" y="0"/>
                </a:moveTo>
                <a:lnTo>
                  <a:pt x="15327960" y="0"/>
                </a:lnTo>
                <a:lnTo>
                  <a:pt x="15327960" y="7740619"/>
                </a:lnTo>
                <a:lnTo>
                  <a:pt x="0" y="7740619"/>
                </a:lnTo>
                <a:lnTo>
                  <a:pt x="0" y="0"/>
                </a:lnTo>
                <a:close/>
              </a:path>
            </a:pathLst>
          </a:custGeom>
          <a:blipFill>
            <a:blip r:embed="rId13"/>
            <a:stretch>
              <a:fillRect/>
            </a:stretch>
          </a:blipFill>
        </p:spPr>
        <p:txBody>
          <a:bodyPr/>
          <a:lstStyle/>
          <a:p>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C8EAFF"/>
        </a:solidFill>
        <a:effectLst/>
      </p:bgPr>
    </p:bg>
    <p:spTree>
      <p:nvGrpSpPr>
        <p:cNvPr id="1" name=""/>
        <p:cNvGrpSpPr/>
        <p:nvPr/>
      </p:nvGrpSpPr>
      <p:grpSpPr>
        <a:xfrm>
          <a:off x="0" y="0"/>
          <a:ext cx="0" cy="0"/>
          <a:chOff x="0" y="0"/>
          <a:chExt cx="0" cy="0"/>
        </a:xfrm>
      </p:grpSpPr>
      <p:sp>
        <p:nvSpPr>
          <p:cNvPr id="2" name="Freeform 2"/>
          <p:cNvSpPr/>
          <p:nvPr/>
        </p:nvSpPr>
        <p:spPr>
          <a:xfrm>
            <a:off x="0" y="0"/>
            <a:ext cx="18288006" cy="10287002"/>
          </a:xfrm>
          <a:custGeom>
            <a:avLst/>
            <a:gdLst/>
            <a:ahLst/>
            <a:cxnLst/>
            <a:rect l="l" t="t" r="r" b="b"/>
            <a:pathLst>
              <a:path w="18288006" h="10287002">
                <a:moveTo>
                  <a:pt x="0" y="0"/>
                </a:moveTo>
                <a:lnTo>
                  <a:pt x="18288006" y="0"/>
                </a:lnTo>
                <a:lnTo>
                  <a:pt x="18288006" y="10287002"/>
                </a:lnTo>
                <a:lnTo>
                  <a:pt x="0" y="10287002"/>
                </a:lnTo>
                <a:lnTo>
                  <a:pt x="0" y="0"/>
                </a:lnTo>
                <a:close/>
              </a:path>
            </a:pathLst>
          </a:custGeom>
          <a:blipFill>
            <a:blip r:embed="rId3">
              <a:alphaModFix amt="57999"/>
            </a:blip>
            <a:stretch>
              <a:fillRect/>
            </a:stretch>
          </a:blipFill>
        </p:spPr>
        <p:txBody>
          <a:bodyPr/>
          <a:lstStyle/>
          <a:p>
            <a:endParaRPr lang="en-US"/>
          </a:p>
        </p:txBody>
      </p:sp>
      <p:sp>
        <p:nvSpPr>
          <p:cNvPr id="3" name="Freeform 3"/>
          <p:cNvSpPr/>
          <p:nvPr/>
        </p:nvSpPr>
        <p:spPr>
          <a:xfrm>
            <a:off x="9563102" y="6385612"/>
            <a:ext cx="10591798" cy="5081356"/>
          </a:xfrm>
          <a:custGeom>
            <a:avLst/>
            <a:gdLst/>
            <a:ahLst/>
            <a:cxnLst/>
            <a:rect l="l" t="t" r="r" b="b"/>
            <a:pathLst>
              <a:path w="10591798" h="5081356">
                <a:moveTo>
                  <a:pt x="0" y="0"/>
                </a:moveTo>
                <a:lnTo>
                  <a:pt x="10591798" y="0"/>
                </a:lnTo>
                <a:lnTo>
                  <a:pt x="10591798" y="5081356"/>
                </a:lnTo>
                <a:lnTo>
                  <a:pt x="0" y="5081356"/>
                </a:lnTo>
                <a:lnTo>
                  <a:pt x="0" y="0"/>
                </a:lnTo>
                <a:close/>
              </a:path>
            </a:pathLst>
          </a:custGeom>
          <a:blipFill>
            <a:blip r:embed="rId4"/>
            <a:stretch>
              <a:fillRect/>
            </a:stretch>
          </a:blipFill>
        </p:spPr>
        <p:txBody>
          <a:bodyPr/>
          <a:lstStyle/>
          <a:p>
            <a:endParaRPr lang="en-US"/>
          </a:p>
        </p:txBody>
      </p:sp>
      <p:sp>
        <p:nvSpPr>
          <p:cNvPr id="4" name="Freeform 4"/>
          <p:cNvSpPr/>
          <p:nvPr/>
        </p:nvSpPr>
        <p:spPr>
          <a:xfrm>
            <a:off x="-2324098" y="6921768"/>
            <a:ext cx="10591798" cy="4572496"/>
          </a:xfrm>
          <a:custGeom>
            <a:avLst/>
            <a:gdLst/>
            <a:ahLst/>
            <a:cxnLst/>
            <a:rect l="l" t="t" r="r" b="b"/>
            <a:pathLst>
              <a:path w="10591798" h="4572496">
                <a:moveTo>
                  <a:pt x="0" y="0"/>
                </a:moveTo>
                <a:lnTo>
                  <a:pt x="10591798" y="0"/>
                </a:lnTo>
                <a:lnTo>
                  <a:pt x="10591798" y="4572496"/>
                </a:lnTo>
                <a:lnTo>
                  <a:pt x="0" y="4572496"/>
                </a:lnTo>
                <a:lnTo>
                  <a:pt x="0" y="0"/>
                </a:lnTo>
                <a:close/>
              </a:path>
            </a:pathLst>
          </a:custGeom>
          <a:blipFill>
            <a:blip r:embed="rId5"/>
            <a:stretch>
              <a:fillRect/>
            </a:stretch>
          </a:blipFill>
        </p:spPr>
        <p:txBody>
          <a:bodyPr/>
          <a:lstStyle/>
          <a:p>
            <a:endParaRPr lang="en-US"/>
          </a:p>
        </p:txBody>
      </p:sp>
      <p:sp>
        <p:nvSpPr>
          <p:cNvPr id="5" name="Freeform 5"/>
          <p:cNvSpPr/>
          <p:nvPr/>
        </p:nvSpPr>
        <p:spPr>
          <a:xfrm>
            <a:off x="-816648" y="213894"/>
            <a:ext cx="7103150" cy="10873200"/>
          </a:xfrm>
          <a:custGeom>
            <a:avLst/>
            <a:gdLst/>
            <a:ahLst/>
            <a:cxnLst/>
            <a:rect l="l" t="t" r="r" b="b"/>
            <a:pathLst>
              <a:path w="7103150" h="10873200">
                <a:moveTo>
                  <a:pt x="0" y="0"/>
                </a:moveTo>
                <a:lnTo>
                  <a:pt x="7103150" y="0"/>
                </a:lnTo>
                <a:lnTo>
                  <a:pt x="7103150" y="10873200"/>
                </a:lnTo>
                <a:lnTo>
                  <a:pt x="0" y="108732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6" name="Freeform 6"/>
          <p:cNvSpPr/>
          <p:nvPr/>
        </p:nvSpPr>
        <p:spPr>
          <a:xfrm>
            <a:off x="3638550" y="8062618"/>
            <a:ext cx="15392400" cy="2700650"/>
          </a:xfrm>
          <a:custGeom>
            <a:avLst/>
            <a:gdLst/>
            <a:ahLst/>
            <a:cxnLst/>
            <a:rect l="l" t="t" r="r" b="b"/>
            <a:pathLst>
              <a:path w="15392400" h="2700650">
                <a:moveTo>
                  <a:pt x="0" y="0"/>
                </a:moveTo>
                <a:lnTo>
                  <a:pt x="15392400" y="0"/>
                </a:lnTo>
                <a:lnTo>
                  <a:pt x="15392400" y="2700650"/>
                </a:lnTo>
                <a:lnTo>
                  <a:pt x="0" y="270065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US"/>
          </a:p>
        </p:txBody>
      </p:sp>
      <p:sp>
        <p:nvSpPr>
          <p:cNvPr id="7" name="Freeform 7"/>
          <p:cNvSpPr/>
          <p:nvPr/>
        </p:nvSpPr>
        <p:spPr>
          <a:xfrm>
            <a:off x="5682035" y="5650494"/>
            <a:ext cx="4501864" cy="4202613"/>
          </a:xfrm>
          <a:custGeom>
            <a:avLst/>
            <a:gdLst/>
            <a:ahLst/>
            <a:cxnLst/>
            <a:rect l="l" t="t" r="r" b="b"/>
            <a:pathLst>
              <a:path w="4501864" h="4202613">
                <a:moveTo>
                  <a:pt x="0" y="0"/>
                </a:moveTo>
                <a:lnTo>
                  <a:pt x="4501864" y="0"/>
                </a:lnTo>
                <a:lnTo>
                  <a:pt x="4501864" y="4202613"/>
                </a:lnTo>
                <a:lnTo>
                  <a:pt x="0" y="4202613"/>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US"/>
          </a:p>
        </p:txBody>
      </p:sp>
      <p:sp>
        <p:nvSpPr>
          <p:cNvPr id="8" name="Freeform 8"/>
          <p:cNvSpPr/>
          <p:nvPr/>
        </p:nvSpPr>
        <p:spPr>
          <a:xfrm>
            <a:off x="10987323" y="2423404"/>
            <a:ext cx="7007000" cy="5440192"/>
          </a:xfrm>
          <a:custGeom>
            <a:avLst/>
            <a:gdLst/>
            <a:ahLst/>
            <a:cxnLst/>
            <a:rect l="l" t="t" r="r" b="b"/>
            <a:pathLst>
              <a:path w="7007000" h="5440192">
                <a:moveTo>
                  <a:pt x="0" y="0"/>
                </a:moveTo>
                <a:lnTo>
                  <a:pt x="7007000" y="0"/>
                </a:lnTo>
                <a:lnTo>
                  <a:pt x="7007000" y="5440192"/>
                </a:lnTo>
                <a:lnTo>
                  <a:pt x="0" y="5440192"/>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endParaRPr lang="en-US"/>
          </a:p>
        </p:txBody>
      </p:sp>
      <p:grpSp>
        <p:nvGrpSpPr>
          <p:cNvPr id="9" name="Group 9"/>
          <p:cNvGrpSpPr/>
          <p:nvPr/>
        </p:nvGrpSpPr>
        <p:grpSpPr>
          <a:xfrm>
            <a:off x="15722244" y="6667646"/>
            <a:ext cx="284400" cy="284400"/>
            <a:chOff x="0" y="0"/>
            <a:chExt cx="379200" cy="379200"/>
          </a:xfrm>
        </p:grpSpPr>
        <p:sp>
          <p:nvSpPr>
            <p:cNvPr id="10" name="Freeform 10"/>
            <p:cNvSpPr/>
            <p:nvPr/>
          </p:nvSpPr>
          <p:spPr>
            <a:xfrm>
              <a:off x="0" y="0"/>
              <a:ext cx="379222" cy="379222"/>
            </a:xfrm>
            <a:custGeom>
              <a:avLst/>
              <a:gdLst/>
              <a:ahLst/>
              <a:cxnLst/>
              <a:rect l="l" t="t" r="r" b="b"/>
              <a:pathLst>
                <a:path w="379222" h="379222">
                  <a:moveTo>
                    <a:pt x="0" y="189611"/>
                  </a:moveTo>
                  <a:cubicBezTo>
                    <a:pt x="0" y="84836"/>
                    <a:pt x="84836" y="0"/>
                    <a:pt x="189611" y="0"/>
                  </a:cubicBezTo>
                  <a:cubicBezTo>
                    <a:pt x="294386" y="0"/>
                    <a:pt x="379222" y="84836"/>
                    <a:pt x="379222" y="189611"/>
                  </a:cubicBezTo>
                  <a:cubicBezTo>
                    <a:pt x="379222" y="294386"/>
                    <a:pt x="294259" y="379222"/>
                    <a:pt x="189611" y="379222"/>
                  </a:cubicBezTo>
                  <a:cubicBezTo>
                    <a:pt x="84963" y="379222"/>
                    <a:pt x="0" y="294259"/>
                    <a:pt x="0" y="189611"/>
                  </a:cubicBezTo>
                  <a:close/>
                </a:path>
              </a:pathLst>
            </a:custGeom>
            <a:solidFill>
              <a:srgbClr val="D6D4B2"/>
            </a:solidFill>
          </p:spPr>
          <p:txBody>
            <a:bodyPr/>
            <a:lstStyle/>
            <a:p>
              <a:endParaRPr lang="en-US"/>
            </a:p>
          </p:txBody>
        </p:sp>
      </p:grpSp>
      <p:sp>
        <p:nvSpPr>
          <p:cNvPr id="11" name="Freeform 11"/>
          <p:cNvSpPr/>
          <p:nvPr/>
        </p:nvSpPr>
        <p:spPr>
          <a:xfrm>
            <a:off x="11334750" y="2895423"/>
            <a:ext cx="6218600" cy="3490189"/>
          </a:xfrm>
          <a:custGeom>
            <a:avLst/>
            <a:gdLst/>
            <a:ahLst/>
            <a:cxnLst/>
            <a:rect l="l" t="t" r="r" b="b"/>
            <a:pathLst>
              <a:path w="6218600" h="3490189">
                <a:moveTo>
                  <a:pt x="0" y="0"/>
                </a:moveTo>
                <a:lnTo>
                  <a:pt x="6218600" y="0"/>
                </a:lnTo>
                <a:lnTo>
                  <a:pt x="6218600" y="3490189"/>
                </a:lnTo>
                <a:lnTo>
                  <a:pt x="0" y="3490189"/>
                </a:lnTo>
                <a:lnTo>
                  <a:pt x="0" y="0"/>
                </a:lnTo>
                <a:close/>
              </a:path>
            </a:pathLst>
          </a:custGeom>
          <a:blipFill>
            <a:blip r:embed="rId14"/>
            <a:stretch>
              <a:fillRect/>
            </a:stretch>
          </a:blipFill>
        </p:spPr>
        <p:txBody>
          <a:bodyPr/>
          <a:lstStyle/>
          <a:p>
            <a:endParaRPr lang="en-US"/>
          </a:p>
        </p:txBody>
      </p:sp>
      <p:sp>
        <p:nvSpPr>
          <p:cNvPr id="12" name="TextBox 12"/>
          <p:cNvSpPr txBox="1"/>
          <p:nvPr/>
        </p:nvSpPr>
        <p:spPr>
          <a:xfrm>
            <a:off x="70875" y="-7814"/>
            <a:ext cx="10412342" cy="10294814"/>
          </a:xfrm>
          <a:prstGeom prst="rect">
            <a:avLst/>
          </a:prstGeom>
        </p:spPr>
        <p:txBody>
          <a:bodyPr lIns="0" tIns="0" rIns="0" bIns="0" rtlCol="0" anchor="t">
            <a:spAutoFit/>
          </a:bodyPr>
          <a:lstStyle/>
          <a:p>
            <a:pPr algn="l">
              <a:lnSpc>
                <a:spcPts val="4300"/>
              </a:lnSpc>
            </a:pPr>
            <a:r>
              <a:rPr lang="en-US" sz="3583" u="sng">
                <a:solidFill>
                  <a:srgbClr val="13394F"/>
                </a:solidFill>
                <a:latin typeface="Lexend Deca"/>
                <a:ea typeface="Lexend Deca"/>
                <a:cs typeface="Lexend Deca"/>
                <a:sym typeface="Lexend Deca"/>
              </a:rPr>
              <a:t>Description</a:t>
            </a:r>
          </a:p>
          <a:p>
            <a:pPr algn="l">
              <a:lnSpc>
                <a:spcPts val="4300"/>
              </a:lnSpc>
            </a:pPr>
            <a:r>
              <a:rPr lang="en-US" sz="3583">
                <a:solidFill>
                  <a:srgbClr val="13394F"/>
                </a:solidFill>
                <a:latin typeface="Lexend Deca"/>
                <a:ea typeface="Lexend Deca"/>
                <a:cs typeface="Lexend Deca"/>
                <a:sym typeface="Lexend Deca"/>
              </a:rPr>
              <a:t>This page allows users to book a selected flight by entering booking details.</a:t>
            </a:r>
          </a:p>
          <a:p>
            <a:pPr algn="l">
              <a:lnSpc>
                <a:spcPts val="4300"/>
              </a:lnSpc>
            </a:pPr>
            <a:endParaRPr lang="en-US" sz="3583">
              <a:solidFill>
                <a:srgbClr val="13394F"/>
              </a:solidFill>
              <a:latin typeface="Lexend Deca"/>
              <a:ea typeface="Lexend Deca"/>
              <a:cs typeface="Lexend Deca"/>
              <a:sym typeface="Lexend Deca"/>
            </a:endParaRPr>
          </a:p>
          <a:p>
            <a:pPr algn="l">
              <a:lnSpc>
                <a:spcPts val="4300"/>
              </a:lnSpc>
            </a:pPr>
            <a:r>
              <a:rPr lang="en-US" sz="3583" u="sng">
                <a:solidFill>
                  <a:srgbClr val="13394F"/>
                </a:solidFill>
                <a:latin typeface="Lexend Deca"/>
                <a:ea typeface="Lexend Deca"/>
                <a:cs typeface="Lexend Deca"/>
                <a:sym typeface="Lexend Deca"/>
              </a:rPr>
              <a:t>Functionalities</a:t>
            </a:r>
          </a:p>
          <a:p>
            <a:pPr marL="773785" lvl="1" indent="-386892" algn="l">
              <a:lnSpc>
                <a:spcPts val="4300"/>
              </a:lnSpc>
              <a:buFont typeface="Arial"/>
              <a:buChar char="•"/>
            </a:pPr>
            <a:r>
              <a:rPr lang="en-US" sz="3583">
                <a:solidFill>
                  <a:srgbClr val="13394F"/>
                </a:solidFill>
                <a:latin typeface="Lexend Deca"/>
                <a:ea typeface="Lexend Deca"/>
                <a:cs typeface="Lexend Deca"/>
                <a:sym typeface="Lexend Deca"/>
              </a:rPr>
              <a:t>Display selected flight information</a:t>
            </a:r>
          </a:p>
          <a:p>
            <a:pPr marL="773785" lvl="1" indent="-386892" algn="l">
              <a:lnSpc>
                <a:spcPts val="4300"/>
              </a:lnSpc>
              <a:buFont typeface="Arial"/>
              <a:buChar char="•"/>
            </a:pPr>
            <a:r>
              <a:rPr lang="en-US" sz="3583">
                <a:solidFill>
                  <a:srgbClr val="13394F"/>
                </a:solidFill>
                <a:latin typeface="Lexend Deca"/>
                <a:ea typeface="Lexend Deca"/>
                <a:cs typeface="Lexend Deca"/>
                <a:sym typeface="Lexend Deca"/>
              </a:rPr>
              <a:t>Enter booking details:</a:t>
            </a:r>
          </a:p>
          <a:p>
            <a:pPr marL="1547570" lvl="2" indent="-515857" algn="l">
              <a:lnSpc>
                <a:spcPts val="4300"/>
              </a:lnSpc>
              <a:buFont typeface="Arial"/>
              <a:buChar char="⚬"/>
            </a:pPr>
            <a:r>
              <a:rPr lang="en-US" sz="3583">
                <a:solidFill>
                  <a:srgbClr val="13394F"/>
                </a:solidFill>
                <a:latin typeface="Lexend Deca"/>
                <a:ea typeface="Lexend Deca"/>
                <a:cs typeface="Lexend Deca"/>
                <a:sym typeface="Lexend Deca"/>
              </a:rPr>
              <a:t>Business seats</a:t>
            </a:r>
          </a:p>
          <a:p>
            <a:pPr marL="1547570" lvl="2" indent="-515857" algn="l">
              <a:lnSpc>
                <a:spcPts val="4300"/>
              </a:lnSpc>
              <a:buFont typeface="Arial"/>
              <a:buChar char="⚬"/>
            </a:pPr>
            <a:r>
              <a:rPr lang="en-US" sz="3583">
                <a:solidFill>
                  <a:srgbClr val="13394F"/>
                </a:solidFill>
                <a:latin typeface="Lexend Deca"/>
                <a:ea typeface="Lexend Deca"/>
                <a:cs typeface="Lexend Deca"/>
                <a:sym typeface="Lexend Deca"/>
              </a:rPr>
              <a:t>Economy seats</a:t>
            </a:r>
          </a:p>
          <a:p>
            <a:pPr marL="1547570" lvl="2" indent="-515857" algn="l">
              <a:lnSpc>
                <a:spcPts val="4300"/>
              </a:lnSpc>
              <a:buFont typeface="Arial"/>
              <a:buChar char="⚬"/>
            </a:pPr>
            <a:r>
              <a:rPr lang="en-US" sz="3583">
                <a:solidFill>
                  <a:srgbClr val="13394F"/>
                </a:solidFill>
                <a:latin typeface="Lexend Deca"/>
                <a:ea typeface="Lexend Deca"/>
                <a:cs typeface="Lexend Deca"/>
                <a:sym typeface="Lexend Deca"/>
              </a:rPr>
              <a:t>Number of bags</a:t>
            </a:r>
          </a:p>
          <a:p>
            <a:pPr marL="773785" lvl="1" indent="-386892" algn="l">
              <a:lnSpc>
                <a:spcPts val="4300"/>
              </a:lnSpc>
              <a:buFont typeface="Arial"/>
              <a:buChar char="•"/>
            </a:pPr>
            <a:r>
              <a:rPr lang="en-US" sz="3583">
                <a:solidFill>
                  <a:srgbClr val="13394F"/>
                </a:solidFill>
                <a:latin typeface="Lexend Deca"/>
                <a:ea typeface="Lexend Deca"/>
                <a:cs typeface="Lexend Deca"/>
                <a:sym typeface="Lexend Deca"/>
              </a:rPr>
              <a:t>Calculate total price</a:t>
            </a:r>
          </a:p>
          <a:p>
            <a:pPr marL="773785" lvl="1" indent="-386892" algn="l">
              <a:lnSpc>
                <a:spcPts val="4300"/>
              </a:lnSpc>
              <a:buFont typeface="Arial"/>
              <a:buChar char="•"/>
            </a:pPr>
            <a:r>
              <a:rPr lang="en-US" sz="3583">
                <a:solidFill>
                  <a:srgbClr val="13394F"/>
                </a:solidFill>
                <a:latin typeface="Lexend Deca"/>
                <a:ea typeface="Lexend Deca"/>
                <a:cs typeface="Lexend Deca"/>
                <a:sym typeface="Lexend Deca"/>
              </a:rPr>
              <a:t>Confirm booking</a:t>
            </a:r>
          </a:p>
          <a:p>
            <a:pPr marL="773785" lvl="1" indent="-386892" algn="l">
              <a:lnSpc>
                <a:spcPts val="4300"/>
              </a:lnSpc>
              <a:buFont typeface="Arial"/>
              <a:buChar char="•"/>
            </a:pPr>
            <a:r>
              <a:rPr lang="en-US" sz="3583">
                <a:solidFill>
                  <a:srgbClr val="13394F"/>
                </a:solidFill>
                <a:latin typeface="Lexend Deca"/>
                <a:ea typeface="Lexend Deca"/>
                <a:cs typeface="Lexend Deca"/>
                <a:sym typeface="Lexend Deca"/>
              </a:rPr>
              <a:t>Navigate to:</a:t>
            </a:r>
          </a:p>
          <a:p>
            <a:pPr marL="1547570" lvl="2" indent="-515857" algn="l">
              <a:lnSpc>
                <a:spcPts val="4300"/>
              </a:lnSpc>
              <a:buFont typeface="Arial"/>
              <a:buChar char="⚬"/>
            </a:pPr>
            <a:r>
              <a:rPr lang="en-US" sz="3583">
                <a:solidFill>
                  <a:srgbClr val="13394F"/>
                </a:solidFill>
                <a:latin typeface="Lexend Deca"/>
                <a:ea typeface="Lexend Deca"/>
                <a:cs typeface="Lexend Deca"/>
                <a:sym typeface="Lexend Deca"/>
              </a:rPr>
              <a:t>Booked flights</a:t>
            </a:r>
          </a:p>
          <a:p>
            <a:pPr marL="1547570" lvl="2" indent="-515857" algn="l">
              <a:lnSpc>
                <a:spcPts val="4300"/>
              </a:lnSpc>
              <a:buFont typeface="Arial"/>
              <a:buChar char="⚬"/>
            </a:pPr>
            <a:r>
              <a:rPr lang="en-US" sz="3583">
                <a:solidFill>
                  <a:srgbClr val="13394F"/>
                </a:solidFill>
                <a:latin typeface="Lexend Deca"/>
                <a:ea typeface="Lexend Deca"/>
                <a:cs typeface="Lexend Deca"/>
                <a:sym typeface="Lexend Deca"/>
              </a:rPr>
              <a:t>User account</a:t>
            </a:r>
          </a:p>
          <a:p>
            <a:pPr marL="1547570" lvl="2" indent="-515857" algn="l">
              <a:lnSpc>
                <a:spcPts val="4300"/>
              </a:lnSpc>
              <a:buFont typeface="Arial"/>
              <a:buChar char="⚬"/>
            </a:pPr>
            <a:r>
              <a:rPr lang="en-US" sz="3583">
                <a:solidFill>
                  <a:srgbClr val="13394F"/>
                </a:solidFill>
                <a:latin typeface="Lexend Deca"/>
                <a:ea typeface="Lexend Deca"/>
                <a:cs typeface="Lexend Deca"/>
                <a:sym typeface="Lexend Deca"/>
              </a:rPr>
              <a:t>Flights</a:t>
            </a:r>
          </a:p>
          <a:p>
            <a:pPr algn="l">
              <a:lnSpc>
                <a:spcPts val="4300"/>
              </a:lnSpc>
            </a:pPr>
            <a:endParaRPr lang="en-US" sz="3583">
              <a:solidFill>
                <a:srgbClr val="13394F"/>
              </a:solidFill>
              <a:latin typeface="Lexend Deca"/>
              <a:ea typeface="Lexend Deca"/>
              <a:cs typeface="Lexend Deca"/>
              <a:sym typeface="Lexend Deca"/>
            </a:endParaRPr>
          </a:p>
          <a:p>
            <a:pPr algn="l">
              <a:lnSpc>
                <a:spcPts val="4300"/>
              </a:lnSpc>
            </a:pPr>
            <a:r>
              <a:rPr lang="en-US" sz="3583" u="sng">
                <a:solidFill>
                  <a:srgbClr val="13394F"/>
                </a:solidFill>
                <a:latin typeface="Lexend Deca"/>
                <a:ea typeface="Lexend Deca"/>
                <a:cs typeface="Lexend Deca"/>
                <a:sym typeface="Lexend Deca"/>
              </a:rPr>
              <a:t>Access Level</a:t>
            </a:r>
          </a:p>
          <a:p>
            <a:pPr algn="l">
              <a:lnSpc>
                <a:spcPts val="4300"/>
              </a:lnSpc>
            </a:pPr>
            <a:r>
              <a:rPr lang="en-US" sz="3583">
                <a:solidFill>
                  <a:srgbClr val="13394F"/>
                </a:solidFill>
                <a:latin typeface="Lexend Deca"/>
                <a:ea typeface="Lexend Deca"/>
                <a:cs typeface="Lexend Deca"/>
                <a:sym typeface="Lexend Deca"/>
              </a:rPr>
              <a:t>User</a:t>
            </a:r>
          </a:p>
        </p:txBody>
      </p:sp>
      <p:grpSp>
        <p:nvGrpSpPr>
          <p:cNvPr id="13" name="Group 13"/>
          <p:cNvGrpSpPr/>
          <p:nvPr/>
        </p:nvGrpSpPr>
        <p:grpSpPr>
          <a:xfrm>
            <a:off x="10808178" y="734459"/>
            <a:ext cx="7186146" cy="1144855"/>
            <a:chOff x="0" y="0"/>
            <a:chExt cx="8218863" cy="1309381"/>
          </a:xfrm>
        </p:grpSpPr>
        <p:sp>
          <p:nvSpPr>
            <p:cNvPr id="14" name="Freeform 14"/>
            <p:cNvSpPr/>
            <p:nvPr/>
          </p:nvSpPr>
          <p:spPr>
            <a:xfrm>
              <a:off x="0" y="0"/>
              <a:ext cx="8218823" cy="1309429"/>
            </a:xfrm>
            <a:custGeom>
              <a:avLst/>
              <a:gdLst/>
              <a:ahLst/>
              <a:cxnLst/>
              <a:rect l="l" t="t" r="r" b="b"/>
              <a:pathLst>
                <a:path w="8218823" h="1309429">
                  <a:moveTo>
                    <a:pt x="0" y="0"/>
                  </a:moveTo>
                  <a:lnTo>
                    <a:pt x="8218823" y="0"/>
                  </a:lnTo>
                  <a:lnTo>
                    <a:pt x="8218823" y="1309429"/>
                  </a:lnTo>
                  <a:lnTo>
                    <a:pt x="0" y="1309429"/>
                  </a:lnTo>
                  <a:close/>
                </a:path>
              </a:pathLst>
            </a:custGeom>
            <a:solidFill>
              <a:srgbClr val="FFFFFF">
                <a:alpha val="11765"/>
              </a:srgbClr>
            </a:solidFill>
          </p:spPr>
          <p:txBody>
            <a:bodyPr/>
            <a:lstStyle/>
            <a:p>
              <a:endParaRPr lang="en-US"/>
            </a:p>
          </p:txBody>
        </p:sp>
        <p:sp>
          <p:nvSpPr>
            <p:cNvPr id="15" name="TextBox 15"/>
            <p:cNvSpPr txBox="1"/>
            <p:nvPr/>
          </p:nvSpPr>
          <p:spPr>
            <a:xfrm>
              <a:off x="0" y="0"/>
              <a:ext cx="8218863" cy="1309381"/>
            </a:xfrm>
            <a:prstGeom prst="rect">
              <a:avLst/>
            </a:prstGeom>
          </p:spPr>
          <p:txBody>
            <a:bodyPr lIns="59223" tIns="59223" rIns="59223" bIns="59223" rtlCol="0" anchor="ctr"/>
            <a:lstStyle/>
            <a:p>
              <a:pPr algn="ctr">
                <a:lnSpc>
                  <a:spcPts val="5595"/>
                </a:lnSpc>
              </a:pPr>
              <a:r>
                <a:rPr lang="en-US" sz="4663">
                  <a:solidFill>
                    <a:srgbClr val="13394F"/>
                  </a:solidFill>
                  <a:latin typeface="Lexend Deca"/>
                  <a:ea typeface="Lexend Deca"/>
                  <a:cs typeface="Lexend Deca"/>
                  <a:sym typeface="Lexend Deca"/>
                </a:rPr>
                <a:t>3.5 Book Flight Page</a:t>
              </a:r>
            </a:p>
          </p:txBody>
        </p:sp>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C8EAFF"/>
        </a:solidFill>
        <a:effectLst/>
      </p:bgPr>
    </p:bg>
    <p:spTree>
      <p:nvGrpSpPr>
        <p:cNvPr id="1" name=""/>
        <p:cNvGrpSpPr/>
        <p:nvPr/>
      </p:nvGrpSpPr>
      <p:grpSpPr>
        <a:xfrm>
          <a:off x="0" y="0"/>
          <a:ext cx="0" cy="0"/>
          <a:chOff x="0" y="0"/>
          <a:chExt cx="0" cy="0"/>
        </a:xfrm>
      </p:grpSpPr>
      <p:sp>
        <p:nvSpPr>
          <p:cNvPr id="2" name="Freeform 2"/>
          <p:cNvSpPr/>
          <p:nvPr/>
        </p:nvSpPr>
        <p:spPr>
          <a:xfrm>
            <a:off x="0" y="0"/>
            <a:ext cx="18288006" cy="10287002"/>
          </a:xfrm>
          <a:custGeom>
            <a:avLst/>
            <a:gdLst/>
            <a:ahLst/>
            <a:cxnLst/>
            <a:rect l="l" t="t" r="r" b="b"/>
            <a:pathLst>
              <a:path w="18288006" h="10287002">
                <a:moveTo>
                  <a:pt x="0" y="0"/>
                </a:moveTo>
                <a:lnTo>
                  <a:pt x="18288006" y="0"/>
                </a:lnTo>
                <a:lnTo>
                  <a:pt x="18288006" y="10287002"/>
                </a:lnTo>
                <a:lnTo>
                  <a:pt x="0" y="10287002"/>
                </a:lnTo>
                <a:lnTo>
                  <a:pt x="0" y="0"/>
                </a:lnTo>
                <a:close/>
              </a:path>
            </a:pathLst>
          </a:custGeom>
          <a:blipFill>
            <a:blip r:embed="rId3">
              <a:alphaModFix amt="57999"/>
            </a:blip>
            <a:stretch>
              <a:fillRect/>
            </a:stretch>
          </a:blipFill>
        </p:spPr>
        <p:txBody>
          <a:bodyPr/>
          <a:lstStyle/>
          <a:p>
            <a:endParaRPr lang="en-US"/>
          </a:p>
        </p:txBody>
      </p:sp>
      <p:sp>
        <p:nvSpPr>
          <p:cNvPr id="3" name="Freeform 3"/>
          <p:cNvSpPr/>
          <p:nvPr/>
        </p:nvSpPr>
        <p:spPr>
          <a:xfrm>
            <a:off x="12668252" y="-1883382"/>
            <a:ext cx="10591798" cy="4572496"/>
          </a:xfrm>
          <a:custGeom>
            <a:avLst/>
            <a:gdLst/>
            <a:ahLst/>
            <a:cxnLst/>
            <a:rect l="l" t="t" r="r" b="b"/>
            <a:pathLst>
              <a:path w="10591798" h="4572496">
                <a:moveTo>
                  <a:pt x="0" y="0"/>
                </a:moveTo>
                <a:lnTo>
                  <a:pt x="10591798" y="0"/>
                </a:lnTo>
                <a:lnTo>
                  <a:pt x="10591798" y="4572496"/>
                </a:lnTo>
                <a:lnTo>
                  <a:pt x="0" y="4572496"/>
                </a:lnTo>
                <a:lnTo>
                  <a:pt x="0" y="0"/>
                </a:lnTo>
                <a:close/>
              </a:path>
            </a:pathLst>
          </a:custGeom>
          <a:blipFill>
            <a:blip r:embed="rId4"/>
            <a:stretch>
              <a:fillRect/>
            </a:stretch>
          </a:blipFill>
        </p:spPr>
        <p:txBody>
          <a:bodyPr/>
          <a:lstStyle/>
          <a:p>
            <a:endParaRPr lang="en-US"/>
          </a:p>
        </p:txBody>
      </p:sp>
      <p:sp>
        <p:nvSpPr>
          <p:cNvPr id="4" name="Freeform 4"/>
          <p:cNvSpPr/>
          <p:nvPr/>
        </p:nvSpPr>
        <p:spPr>
          <a:xfrm>
            <a:off x="11565652" y="7300104"/>
            <a:ext cx="10591798" cy="4503776"/>
          </a:xfrm>
          <a:custGeom>
            <a:avLst/>
            <a:gdLst/>
            <a:ahLst/>
            <a:cxnLst/>
            <a:rect l="l" t="t" r="r" b="b"/>
            <a:pathLst>
              <a:path w="10591798" h="4503776">
                <a:moveTo>
                  <a:pt x="0" y="0"/>
                </a:moveTo>
                <a:lnTo>
                  <a:pt x="10591798" y="0"/>
                </a:lnTo>
                <a:lnTo>
                  <a:pt x="10591798" y="4503776"/>
                </a:lnTo>
                <a:lnTo>
                  <a:pt x="0" y="4503776"/>
                </a:lnTo>
                <a:lnTo>
                  <a:pt x="0" y="0"/>
                </a:lnTo>
                <a:close/>
              </a:path>
            </a:pathLst>
          </a:custGeom>
          <a:blipFill>
            <a:blip r:embed="rId5"/>
            <a:stretch>
              <a:fillRect/>
            </a:stretch>
          </a:blipFill>
        </p:spPr>
        <p:txBody>
          <a:bodyPr/>
          <a:lstStyle/>
          <a:p>
            <a:endParaRPr lang="en-US"/>
          </a:p>
        </p:txBody>
      </p:sp>
      <p:sp>
        <p:nvSpPr>
          <p:cNvPr id="5" name="Freeform 5"/>
          <p:cNvSpPr/>
          <p:nvPr/>
        </p:nvSpPr>
        <p:spPr>
          <a:xfrm flipH="1">
            <a:off x="-4686298" y="-1883380"/>
            <a:ext cx="10591796" cy="4814492"/>
          </a:xfrm>
          <a:custGeom>
            <a:avLst/>
            <a:gdLst/>
            <a:ahLst/>
            <a:cxnLst/>
            <a:rect l="l" t="t" r="r" b="b"/>
            <a:pathLst>
              <a:path w="10591796" h="4814492">
                <a:moveTo>
                  <a:pt x="10591796" y="0"/>
                </a:moveTo>
                <a:lnTo>
                  <a:pt x="0" y="0"/>
                </a:lnTo>
                <a:lnTo>
                  <a:pt x="0" y="4814492"/>
                </a:lnTo>
                <a:lnTo>
                  <a:pt x="10591796" y="4814492"/>
                </a:lnTo>
                <a:lnTo>
                  <a:pt x="10591796" y="0"/>
                </a:lnTo>
                <a:close/>
              </a:path>
            </a:pathLst>
          </a:custGeom>
          <a:blipFill>
            <a:blip r:embed="rId6"/>
            <a:stretch>
              <a:fillRect/>
            </a:stretch>
          </a:blipFill>
        </p:spPr>
        <p:txBody>
          <a:bodyPr/>
          <a:lstStyle/>
          <a:p>
            <a:endParaRPr lang="en-US"/>
          </a:p>
        </p:txBody>
      </p:sp>
      <p:sp>
        <p:nvSpPr>
          <p:cNvPr id="6" name="Freeform 6"/>
          <p:cNvSpPr/>
          <p:nvPr/>
        </p:nvSpPr>
        <p:spPr>
          <a:xfrm>
            <a:off x="15042189" y="8257445"/>
            <a:ext cx="4154838" cy="4109514"/>
          </a:xfrm>
          <a:custGeom>
            <a:avLst/>
            <a:gdLst/>
            <a:ahLst/>
            <a:cxnLst/>
            <a:rect l="l" t="t" r="r" b="b"/>
            <a:pathLst>
              <a:path w="4154838" h="4109514">
                <a:moveTo>
                  <a:pt x="0" y="0"/>
                </a:moveTo>
                <a:lnTo>
                  <a:pt x="4154838" y="0"/>
                </a:lnTo>
                <a:lnTo>
                  <a:pt x="4154838" y="4109514"/>
                </a:lnTo>
                <a:lnTo>
                  <a:pt x="0" y="4109514"/>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US"/>
          </a:p>
        </p:txBody>
      </p:sp>
      <p:sp>
        <p:nvSpPr>
          <p:cNvPr id="7" name="Freeform 7"/>
          <p:cNvSpPr/>
          <p:nvPr/>
        </p:nvSpPr>
        <p:spPr>
          <a:xfrm>
            <a:off x="8077200" y="-666750"/>
            <a:ext cx="10706100" cy="5886450"/>
          </a:xfrm>
          <a:custGeom>
            <a:avLst/>
            <a:gdLst/>
            <a:ahLst/>
            <a:cxnLst/>
            <a:rect l="l" t="t" r="r" b="b"/>
            <a:pathLst>
              <a:path w="10706100" h="5886450">
                <a:moveTo>
                  <a:pt x="0" y="0"/>
                </a:moveTo>
                <a:lnTo>
                  <a:pt x="10706100" y="0"/>
                </a:lnTo>
                <a:lnTo>
                  <a:pt x="10706100" y="5886450"/>
                </a:lnTo>
                <a:lnTo>
                  <a:pt x="0" y="5886450"/>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US"/>
          </a:p>
        </p:txBody>
      </p:sp>
      <p:sp>
        <p:nvSpPr>
          <p:cNvPr id="8" name="Freeform 8"/>
          <p:cNvSpPr/>
          <p:nvPr/>
        </p:nvSpPr>
        <p:spPr>
          <a:xfrm>
            <a:off x="-590550" y="7429500"/>
            <a:ext cx="15773400" cy="3714750"/>
          </a:xfrm>
          <a:custGeom>
            <a:avLst/>
            <a:gdLst/>
            <a:ahLst/>
            <a:cxnLst/>
            <a:rect l="l" t="t" r="r" b="b"/>
            <a:pathLst>
              <a:path w="15773400" h="3714750">
                <a:moveTo>
                  <a:pt x="0" y="0"/>
                </a:moveTo>
                <a:lnTo>
                  <a:pt x="15773400" y="0"/>
                </a:lnTo>
                <a:lnTo>
                  <a:pt x="15773400" y="3714750"/>
                </a:lnTo>
                <a:lnTo>
                  <a:pt x="0" y="3714750"/>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txBody>
          <a:bodyPr/>
          <a:lstStyle/>
          <a:p>
            <a:endParaRPr lang="en-US"/>
          </a:p>
        </p:txBody>
      </p:sp>
      <p:sp>
        <p:nvSpPr>
          <p:cNvPr id="9" name="Freeform 9"/>
          <p:cNvSpPr/>
          <p:nvPr/>
        </p:nvSpPr>
        <p:spPr>
          <a:xfrm>
            <a:off x="819153" y="1028700"/>
            <a:ext cx="16649700" cy="8035172"/>
          </a:xfrm>
          <a:custGeom>
            <a:avLst/>
            <a:gdLst/>
            <a:ahLst/>
            <a:cxnLst/>
            <a:rect l="l" t="t" r="r" b="b"/>
            <a:pathLst>
              <a:path w="16649700" h="8035172">
                <a:moveTo>
                  <a:pt x="0" y="0"/>
                </a:moveTo>
                <a:lnTo>
                  <a:pt x="16649700" y="0"/>
                </a:lnTo>
                <a:lnTo>
                  <a:pt x="16649700" y="8035172"/>
                </a:lnTo>
                <a:lnTo>
                  <a:pt x="0" y="8035172"/>
                </a:lnTo>
                <a:lnTo>
                  <a:pt x="0" y="0"/>
                </a:lnTo>
                <a:close/>
              </a:path>
            </a:pathLst>
          </a:custGeom>
          <a:blipFill>
            <a:blip r:embed="rId13"/>
            <a:stretch>
              <a:fillRect t="-2579" b="-2579"/>
            </a:stretch>
          </a:blipFill>
        </p:spPr>
        <p:txBody>
          <a:bodyPr/>
          <a:lstStyle/>
          <a:p>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C8EAFF"/>
        </a:solidFill>
        <a:effectLst/>
      </p:bgPr>
    </p:bg>
    <p:spTree>
      <p:nvGrpSpPr>
        <p:cNvPr id="1" name=""/>
        <p:cNvGrpSpPr/>
        <p:nvPr/>
      </p:nvGrpSpPr>
      <p:grpSpPr>
        <a:xfrm>
          <a:off x="0" y="0"/>
          <a:ext cx="0" cy="0"/>
          <a:chOff x="0" y="0"/>
          <a:chExt cx="0" cy="0"/>
        </a:xfrm>
      </p:grpSpPr>
      <p:sp>
        <p:nvSpPr>
          <p:cNvPr id="2" name="Freeform 2"/>
          <p:cNvSpPr/>
          <p:nvPr/>
        </p:nvSpPr>
        <p:spPr>
          <a:xfrm>
            <a:off x="0" y="0"/>
            <a:ext cx="18288006" cy="10287002"/>
          </a:xfrm>
          <a:custGeom>
            <a:avLst/>
            <a:gdLst/>
            <a:ahLst/>
            <a:cxnLst/>
            <a:rect l="l" t="t" r="r" b="b"/>
            <a:pathLst>
              <a:path w="18288006" h="10287002">
                <a:moveTo>
                  <a:pt x="0" y="0"/>
                </a:moveTo>
                <a:lnTo>
                  <a:pt x="18288006" y="0"/>
                </a:lnTo>
                <a:lnTo>
                  <a:pt x="18288006" y="10287002"/>
                </a:lnTo>
                <a:lnTo>
                  <a:pt x="0" y="10287002"/>
                </a:lnTo>
                <a:lnTo>
                  <a:pt x="0" y="0"/>
                </a:lnTo>
                <a:close/>
              </a:path>
            </a:pathLst>
          </a:custGeom>
          <a:blipFill>
            <a:blip r:embed="rId3">
              <a:alphaModFix amt="57999"/>
            </a:blip>
            <a:stretch>
              <a:fillRect/>
            </a:stretch>
          </a:blipFill>
        </p:spPr>
        <p:txBody>
          <a:bodyPr/>
          <a:lstStyle/>
          <a:p>
            <a:endParaRPr lang="en-US"/>
          </a:p>
        </p:txBody>
      </p:sp>
      <p:sp>
        <p:nvSpPr>
          <p:cNvPr id="3" name="Freeform 3"/>
          <p:cNvSpPr/>
          <p:nvPr/>
        </p:nvSpPr>
        <p:spPr>
          <a:xfrm>
            <a:off x="9563102" y="6385612"/>
            <a:ext cx="10591798" cy="5081356"/>
          </a:xfrm>
          <a:custGeom>
            <a:avLst/>
            <a:gdLst/>
            <a:ahLst/>
            <a:cxnLst/>
            <a:rect l="l" t="t" r="r" b="b"/>
            <a:pathLst>
              <a:path w="10591798" h="5081356">
                <a:moveTo>
                  <a:pt x="0" y="0"/>
                </a:moveTo>
                <a:lnTo>
                  <a:pt x="10591798" y="0"/>
                </a:lnTo>
                <a:lnTo>
                  <a:pt x="10591798" y="5081356"/>
                </a:lnTo>
                <a:lnTo>
                  <a:pt x="0" y="5081356"/>
                </a:lnTo>
                <a:lnTo>
                  <a:pt x="0" y="0"/>
                </a:lnTo>
                <a:close/>
              </a:path>
            </a:pathLst>
          </a:custGeom>
          <a:blipFill>
            <a:blip r:embed="rId4"/>
            <a:stretch>
              <a:fillRect/>
            </a:stretch>
          </a:blipFill>
        </p:spPr>
        <p:txBody>
          <a:bodyPr/>
          <a:lstStyle/>
          <a:p>
            <a:endParaRPr lang="en-US"/>
          </a:p>
        </p:txBody>
      </p:sp>
      <p:sp>
        <p:nvSpPr>
          <p:cNvPr id="4" name="Freeform 4"/>
          <p:cNvSpPr/>
          <p:nvPr/>
        </p:nvSpPr>
        <p:spPr>
          <a:xfrm>
            <a:off x="-2324098" y="6921768"/>
            <a:ext cx="10591798" cy="4572496"/>
          </a:xfrm>
          <a:custGeom>
            <a:avLst/>
            <a:gdLst/>
            <a:ahLst/>
            <a:cxnLst/>
            <a:rect l="l" t="t" r="r" b="b"/>
            <a:pathLst>
              <a:path w="10591798" h="4572496">
                <a:moveTo>
                  <a:pt x="0" y="0"/>
                </a:moveTo>
                <a:lnTo>
                  <a:pt x="10591798" y="0"/>
                </a:lnTo>
                <a:lnTo>
                  <a:pt x="10591798" y="4572496"/>
                </a:lnTo>
                <a:lnTo>
                  <a:pt x="0" y="4572496"/>
                </a:lnTo>
                <a:lnTo>
                  <a:pt x="0" y="0"/>
                </a:lnTo>
                <a:close/>
              </a:path>
            </a:pathLst>
          </a:custGeom>
          <a:blipFill>
            <a:blip r:embed="rId5"/>
            <a:stretch>
              <a:fillRect/>
            </a:stretch>
          </a:blipFill>
        </p:spPr>
        <p:txBody>
          <a:bodyPr/>
          <a:lstStyle/>
          <a:p>
            <a:endParaRPr lang="en-US"/>
          </a:p>
        </p:txBody>
      </p:sp>
      <p:sp>
        <p:nvSpPr>
          <p:cNvPr id="5" name="Freeform 5"/>
          <p:cNvSpPr/>
          <p:nvPr/>
        </p:nvSpPr>
        <p:spPr>
          <a:xfrm>
            <a:off x="-816648" y="213894"/>
            <a:ext cx="7103150" cy="10873200"/>
          </a:xfrm>
          <a:custGeom>
            <a:avLst/>
            <a:gdLst/>
            <a:ahLst/>
            <a:cxnLst/>
            <a:rect l="l" t="t" r="r" b="b"/>
            <a:pathLst>
              <a:path w="7103150" h="10873200">
                <a:moveTo>
                  <a:pt x="0" y="0"/>
                </a:moveTo>
                <a:lnTo>
                  <a:pt x="7103150" y="0"/>
                </a:lnTo>
                <a:lnTo>
                  <a:pt x="7103150" y="10873200"/>
                </a:lnTo>
                <a:lnTo>
                  <a:pt x="0" y="108732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6" name="Freeform 6"/>
          <p:cNvSpPr/>
          <p:nvPr/>
        </p:nvSpPr>
        <p:spPr>
          <a:xfrm>
            <a:off x="3638550" y="8062618"/>
            <a:ext cx="15392400" cy="2700650"/>
          </a:xfrm>
          <a:custGeom>
            <a:avLst/>
            <a:gdLst/>
            <a:ahLst/>
            <a:cxnLst/>
            <a:rect l="l" t="t" r="r" b="b"/>
            <a:pathLst>
              <a:path w="15392400" h="2700650">
                <a:moveTo>
                  <a:pt x="0" y="0"/>
                </a:moveTo>
                <a:lnTo>
                  <a:pt x="15392400" y="0"/>
                </a:lnTo>
                <a:lnTo>
                  <a:pt x="15392400" y="2700650"/>
                </a:lnTo>
                <a:lnTo>
                  <a:pt x="0" y="270065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US"/>
          </a:p>
        </p:txBody>
      </p:sp>
      <p:sp>
        <p:nvSpPr>
          <p:cNvPr id="7" name="Freeform 7"/>
          <p:cNvSpPr/>
          <p:nvPr/>
        </p:nvSpPr>
        <p:spPr>
          <a:xfrm>
            <a:off x="5682035" y="5650494"/>
            <a:ext cx="4501864" cy="4202613"/>
          </a:xfrm>
          <a:custGeom>
            <a:avLst/>
            <a:gdLst/>
            <a:ahLst/>
            <a:cxnLst/>
            <a:rect l="l" t="t" r="r" b="b"/>
            <a:pathLst>
              <a:path w="4501864" h="4202613">
                <a:moveTo>
                  <a:pt x="0" y="0"/>
                </a:moveTo>
                <a:lnTo>
                  <a:pt x="4501864" y="0"/>
                </a:lnTo>
                <a:lnTo>
                  <a:pt x="4501864" y="4202613"/>
                </a:lnTo>
                <a:lnTo>
                  <a:pt x="0" y="4202613"/>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US"/>
          </a:p>
        </p:txBody>
      </p:sp>
      <p:sp>
        <p:nvSpPr>
          <p:cNvPr id="8" name="Freeform 8"/>
          <p:cNvSpPr/>
          <p:nvPr/>
        </p:nvSpPr>
        <p:spPr>
          <a:xfrm>
            <a:off x="10987323" y="2423404"/>
            <a:ext cx="7007000" cy="5440192"/>
          </a:xfrm>
          <a:custGeom>
            <a:avLst/>
            <a:gdLst/>
            <a:ahLst/>
            <a:cxnLst/>
            <a:rect l="l" t="t" r="r" b="b"/>
            <a:pathLst>
              <a:path w="7007000" h="5440192">
                <a:moveTo>
                  <a:pt x="0" y="0"/>
                </a:moveTo>
                <a:lnTo>
                  <a:pt x="7007000" y="0"/>
                </a:lnTo>
                <a:lnTo>
                  <a:pt x="7007000" y="5440192"/>
                </a:lnTo>
                <a:lnTo>
                  <a:pt x="0" y="5440192"/>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endParaRPr lang="en-US"/>
          </a:p>
        </p:txBody>
      </p:sp>
      <p:grpSp>
        <p:nvGrpSpPr>
          <p:cNvPr id="9" name="Group 9"/>
          <p:cNvGrpSpPr/>
          <p:nvPr/>
        </p:nvGrpSpPr>
        <p:grpSpPr>
          <a:xfrm>
            <a:off x="15722244" y="6667646"/>
            <a:ext cx="284400" cy="284400"/>
            <a:chOff x="0" y="0"/>
            <a:chExt cx="379200" cy="379200"/>
          </a:xfrm>
        </p:grpSpPr>
        <p:sp>
          <p:nvSpPr>
            <p:cNvPr id="10" name="Freeform 10"/>
            <p:cNvSpPr/>
            <p:nvPr/>
          </p:nvSpPr>
          <p:spPr>
            <a:xfrm>
              <a:off x="0" y="0"/>
              <a:ext cx="379222" cy="379222"/>
            </a:xfrm>
            <a:custGeom>
              <a:avLst/>
              <a:gdLst/>
              <a:ahLst/>
              <a:cxnLst/>
              <a:rect l="l" t="t" r="r" b="b"/>
              <a:pathLst>
                <a:path w="379222" h="379222">
                  <a:moveTo>
                    <a:pt x="0" y="189611"/>
                  </a:moveTo>
                  <a:cubicBezTo>
                    <a:pt x="0" y="84836"/>
                    <a:pt x="84836" y="0"/>
                    <a:pt x="189611" y="0"/>
                  </a:cubicBezTo>
                  <a:cubicBezTo>
                    <a:pt x="294386" y="0"/>
                    <a:pt x="379222" y="84836"/>
                    <a:pt x="379222" y="189611"/>
                  </a:cubicBezTo>
                  <a:cubicBezTo>
                    <a:pt x="379222" y="294386"/>
                    <a:pt x="294259" y="379222"/>
                    <a:pt x="189611" y="379222"/>
                  </a:cubicBezTo>
                  <a:cubicBezTo>
                    <a:pt x="84963" y="379222"/>
                    <a:pt x="0" y="294259"/>
                    <a:pt x="0" y="189611"/>
                  </a:cubicBezTo>
                  <a:close/>
                </a:path>
              </a:pathLst>
            </a:custGeom>
            <a:solidFill>
              <a:srgbClr val="D6D4B2"/>
            </a:solidFill>
          </p:spPr>
          <p:txBody>
            <a:bodyPr/>
            <a:lstStyle/>
            <a:p>
              <a:endParaRPr lang="en-US"/>
            </a:p>
          </p:txBody>
        </p:sp>
      </p:grpSp>
      <p:sp>
        <p:nvSpPr>
          <p:cNvPr id="11" name="Freeform 11"/>
          <p:cNvSpPr/>
          <p:nvPr/>
        </p:nvSpPr>
        <p:spPr>
          <a:xfrm>
            <a:off x="11381523" y="2895423"/>
            <a:ext cx="6218600" cy="3490189"/>
          </a:xfrm>
          <a:custGeom>
            <a:avLst/>
            <a:gdLst/>
            <a:ahLst/>
            <a:cxnLst/>
            <a:rect l="l" t="t" r="r" b="b"/>
            <a:pathLst>
              <a:path w="6218600" h="3490189">
                <a:moveTo>
                  <a:pt x="0" y="0"/>
                </a:moveTo>
                <a:lnTo>
                  <a:pt x="6218600" y="0"/>
                </a:lnTo>
                <a:lnTo>
                  <a:pt x="6218600" y="3490189"/>
                </a:lnTo>
                <a:lnTo>
                  <a:pt x="0" y="3490189"/>
                </a:lnTo>
                <a:lnTo>
                  <a:pt x="0" y="0"/>
                </a:lnTo>
                <a:close/>
              </a:path>
            </a:pathLst>
          </a:custGeom>
          <a:blipFill>
            <a:blip r:embed="rId14"/>
            <a:stretch>
              <a:fillRect/>
            </a:stretch>
          </a:blipFill>
        </p:spPr>
        <p:txBody>
          <a:bodyPr/>
          <a:lstStyle/>
          <a:p>
            <a:endParaRPr lang="en-US"/>
          </a:p>
        </p:txBody>
      </p:sp>
      <p:sp>
        <p:nvSpPr>
          <p:cNvPr id="12" name="TextBox 12"/>
          <p:cNvSpPr txBox="1"/>
          <p:nvPr/>
        </p:nvSpPr>
        <p:spPr>
          <a:xfrm>
            <a:off x="51825" y="1028700"/>
            <a:ext cx="11222319" cy="9296400"/>
          </a:xfrm>
          <a:prstGeom prst="rect">
            <a:avLst/>
          </a:prstGeom>
        </p:spPr>
        <p:txBody>
          <a:bodyPr lIns="0" tIns="0" rIns="0" bIns="0" rtlCol="0" anchor="t">
            <a:spAutoFit/>
          </a:bodyPr>
          <a:lstStyle/>
          <a:p>
            <a:pPr algn="l">
              <a:lnSpc>
                <a:spcPts val="4635"/>
              </a:lnSpc>
            </a:pPr>
            <a:r>
              <a:rPr lang="en-US" sz="3862" u="sng">
                <a:solidFill>
                  <a:srgbClr val="13394F"/>
                </a:solidFill>
                <a:latin typeface="Lexend Deca"/>
                <a:ea typeface="Lexend Deca"/>
                <a:cs typeface="Lexend Deca"/>
                <a:sym typeface="Lexend Deca"/>
              </a:rPr>
              <a:t>Description</a:t>
            </a:r>
          </a:p>
          <a:p>
            <a:pPr algn="l">
              <a:lnSpc>
                <a:spcPts val="4635"/>
              </a:lnSpc>
            </a:pPr>
            <a:r>
              <a:rPr lang="en-US" sz="3862">
                <a:solidFill>
                  <a:srgbClr val="13394F"/>
                </a:solidFill>
                <a:latin typeface="Lexend Deca"/>
                <a:ea typeface="Lexend Deca"/>
                <a:cs typeface="Lexend Deca"/>
                <a:sym typeface="Lexend Deca"/>
              </a:rPr>
              <a:t>This page displays all flights booked by</a:t>
            </a:r>
          </a:p>
          <a:p>
            <a:pPr algn="l">
              <a:lnSpc>
                <a:spcPts val="4635"/>
              </a:lnSpc>
            </a:pPr>
            <a:r>
              <a:rPr lang="en-US" sz="3862">
                <a:solidFill>
                  <a:srgbClr val="13394F"/>
                </a:solidFill>
                <a:latin typeface="Lexend Deca"/>
                <a:ea typeface="Lexend Deca"/>
                <a:cs typeface="Lexend Deca"/>
                <a:sym typeface="Lexend Deca"/>
              </a:rPr>
              <a:t>the logged-in user.</a:t>
            </a:r>
          </a:p>
          <a:p>
            <a:pPr algn="l">
              <a:lnSpc>
                <a:spcPts val="4635"/>
              </a:lnSpc>
            </a:pPr>
            <a:endParaRPr lang="en-US" sz="3862">
              <a:solidFill>
                <a:srgbClr val="13394F"/>
              </a:solidFill>
              <a:latin typeface="Lexend Deca"/>
              <a:ea typeface="Lexend Deca"/>
              <a:cs typeface="Lexend Deca"/>
              <a:sym typeface="Lexend Deca"/>
            </a:endParaRPr>
          </a:p>
          <a:p>
            <a:pPr algn="l">
              <a:lnSpc>
                <a:spcPts val="4635"/>
              </a:lnSpc>
            </a:pPr>
            <a:r>
              <a:rPr lang="en-US" sz="3862" u="sng">
                <a:solidFill>
                  <a:srgbClr val="13394F"/>
                </a:solidFill>
                <a:latin typeface="Lexend Deca"/>
                <a:ea typeface="Lexend Deca"/>
                <a:cs typeface="Lexend Deca"/>
                <a:sym typeface="Lexend Deca"/>
              </a:rPr>
              <a:t>Functionalities</a:t>
            </a:r>
          </a:p>
          <a:p>
            <a:pPr marL="833979" lvl="1" indent="-416989" algn="l">
              <a:lnSpc>
                <a:spcPts val="4635"/>
              </a:lnSpc>
              <a:buFont typeface="Arial"/>
              <a:buChar char="•"/>
            </a:pPr>
            <a:r>
              <a:rPr lang="en-US" sz="3862">
                <a:solidFill>
                  <a:srgbClr val="13394F"/>
                </a:solidFill>
                <a:latin typeface="Lexend Deca"/>
                <a:ea typeface="Lexend Deca"/>
                <a:cs typeface="Lexend Deca"/>
                <a:sym typeface="Lexend Deca"/>
              </a:rPr>
              <a:t>View booking details</a:t>
            </a:r>
          </a:p>
          <a:p>
            <a:pPr marL="833979" lvl="1" indent="-416989" algn="l">
              <a:lnSpc>
                <a:spcPts val="4635"/>
              </a:lnSpc>
              <a:buFont typeface="Arial"/>
              <a:buChar char="•"/>
            </a:pPr>
            <a:r>
              <a:rPr lang="en-US" sz="3862">
                <a:solidFill>
                  <a:srgbClr val="13394F"/>
                </a:solidFill>
                <a:latin typeface="Lexend Deca"/>
                <a:ea typeface="Lexend Deca"/>
                <a:cs typeface="Lexend Deca"/>
                <a:sym typeface="Lexend Deca"/>
              </a:rPr>
              <a:t>Update &amp; Delete a booking</a:t>
            </a:r>
          </a:p>
          <a:p>
            <a:pPr marL="833979" lvl="1" indent="-416989" algn="l">
              <a:lnSpc>
                <a:spcPts val="4635"/>
              </a:lnSpc>
              <a:buFont typeface="Arial"/>
              <a:buChar char="•"/>
            </a:pPr>
            <a:r>
              <a:rPr lang="en-US" sz="3862">
                <a:solidFill>
                  <a:srgbClr val="13394F"/>
                </a:solidFill>
                <a:latin typeface="Lexend Deca"/>
                <a:ea typeface="Lexend Deca"/>
                <a:cs typeface="Lexend Deca"/>
                <a:sym typeface="Lexend Deca"/>
              </a:rPr>
              <a:t>Display booking history in tabular format</a:t>
            </a:r>
          </a:p>
          <a:p>
            <a:pPr marL="833979" lvl="1" indent="-416989" algn="l">
              <a:lnSpc>
                <a:spcPts val="4635"/>
              </a:lnSpc>
              <a:buFont typeface="Arial"/>
              <a:buChar char="•"/>
            </a:pPr>
            <a:r>
              <a:rPr lang="en-US" sz="3862">
                <a:solidFill>
                  <a:srgbClr val="13394F"/>
                </a:solidFill>
                <a:latin typeface="Lexend Deca"/>
                <a:ea typeface="Lexend Deca"/>
                <a:cs typeface="Lexend Deca"/>
                <a:sym typeface="Lexend Deca"/>
              </a:rPr>
              <a:t>Navigate to :</a:t>
            </a:r>
          </a:p>
          <a:p>
            <a:pPr marL="1667957" lvl="2" indent="-555986" algn="l">
              <a:lnSpc>
                <a:spcPts val="4635"/>
              </a:lnSpc>
              <a:buFont typeface="Arial"/>
              <a:buChar char="⚬"/>
            </a:pPr>
            <a:r>
              <a:rPr lang="en-US" sz="3862">
                <a:solidFill>
                  <a:srgbClr val="13394F"/>
                </a:solidFill>
                <a:latin typeface="Lexend Deca"/>
                <a:ea typeface="Lexend Deca"/>
                <a:cs typeface="Lexend Deca"/>
                <a:sym typeface="Lexend Deca"/>
              </a:rPr>
              <a:t>User account</a:t>
            </a:r>
          </a:p>
          <a:p>
            <a:pPr marL="1667957" lvl="2" indent="-555986" algn="l">
              <a:lnSpc>
                <a:spcPts val="4635"/>
              </a:lnSpc>
              <a:buFont typeface="Arial"/>
              <a:buChar char="⚬"/>
            </a:pPr>
            <a:r>
              <a:rPr lang="en-US" sz="3862">
                <a:solidFill>
                  <a:srgbClr val="13394F"/>
                </a:solidFill>
                <a:latin typeface="Lexend Deca"/>
                <a:ea typeface="Lexend Deca"/>
                <a:cs typeface="Lexend Deca"/>
                <a:sym typeface="Lexend Deca"/>
              </a:rPr>
              <a:t>Flights</a:t>
            </a:r>
          </a:p>
          <a:p>
            <a:pPr algn="l">
              <a:lnSpc>
                <a:spcPts val="4635"/>
              </a:lnSpc>
            </a:pPr>
            <a:endParaRPr lang="en-US" sz="3862">
              <a:solidFill>
                <a:srgbClr val="13394F"/>
              </a:solidFill>
              <a:latin typeface="Lexend Deca"/>
              <a:ea typeface="Lexend Deca"/>
              <a:cs typeface="Lexend Deca"/>
              <a:sym typeface="Lexend Deca"/>
            </a:endParaRPr>
          </a:p>
          <a:p>
            <a:pPr algn="l">
              <a:lnSpc>
                <a:spcPts val="4635"/>
              </a:lnSpc>
            </a:pPr>
            <a:endParaRPr lang="en-US" sz="3862">
              <a:solidFill>
                <a:srgbClr val="13394F"/>
              </a:solidFill>
              <a:latin typeface="Lexend Deca"/>
              <a:ea typeface="Lexend Deca"/>
              <a:cs typeface="Lexend Deca"/>
              <a:sym typeface="Lexend Deca"/>
            </a:endParaRPr>
          </a:p>
          <a:p>
            <a:pPr algn="l">
              <a:lnSpc>
                <a:spcPts val="4635"/>
              </a:lnSpc>
            </a:pPr>
            <a:r>
              <a:rPr lang="en-US" sz="3862" u="sng">
                <a:solidFill>
                  <a:srgbClr val="13394F"/>
                </a:solidFill>
                <a:latin typeface="Lexend Deca"/>
                <a:ea typeface="Lexend Deca"/>
                <a:cs typeface="Lexend Deca"/>
                <a:sym typeface="Lexend Deca"/>
              </a:rPr>
              <a:t>Access Level</a:t>
            </a:r>
          </a:p>
          <a:p>
            <a:pPr algn="l">
              <a:lnSpc>
                <a:spcPts val="4635"/>
              </a:lnSpc>
            </a:pPr>
            <a:r>
              <a:rPr lang="en-US" sz="3862">
                <a:solidFill>
                  <a:srgbClr val="13394F"/>
                </a:solidFill>
                <a:latin typeface="Lexend Deca"/>
                <a:ea typeface="Lexend Deca"/>
                <a:cs typeface="Lexend Deca"/>
                <a:sym typeface="Lexend Deca"/>
              </a:rPr>
              <a:t>User</a:t>
            </a:r>
          </a:p>
          <a:p>
            <a:pPr algn="l">
              <a:lnSpc>
                <a:spcPts val="4635"/>
              </a:lnSpc>
            </a:pPr>
            <a:endParaRPr lang="en-US" sz="3862">
              <a:solidFill>
                <a:srgbClr val="13394F"/>
              </a:solidFill>
              <a:latin typeface="Lexend Deca"/>
              <a:ea typeface="Lexend Deca"/>
              <a:cs typeface="Lexend Deca"/>
              <a:sym typeface="Lexend Deca"/>
            </a:endParaRPr>
          </a:p>
        </p:txBody>
      </p:sp>
      <p:grpSp>
        <p:nvGrpSpPr>
          <p:cNvPr id="13" name="Group 13"/>
          <p:cNvGrpSpPr/>
          <p:nvPr/>
        </p:nvGrpSpPr>
        <p:grpSpPr>
          <a:xfrm>
            <a:off x="10578099" y="824499"/>
            <a:ext cx="7416224" cy="1144855"/>
            <a:chOff x="0" y="0"/>
            <a:chExt cx="8482005" cy="1309381"/>
          </a:xfrm>
        </p:grpSpPr>
        <p:sp>
          <p:nvSpPr>
            <p:cNvPr id="14" name="Freeform 14"/>
            <p:cNvSpPr/>
            <p:nvPr/>
          </p:nvSpPr>
          <p:spPr>
            <a:xfrm>
              <a:off x="0" y="0"/>
              <a:ext cx="8481964" cy="1309429"/>
            </a:xfrm>
            <a:custGeom>
              <a:avLst/>
              <a:gdLst/>
              <a:ahLst/>
              <a:cxnLst/>
              <a:rect l="l" t="t" r="r" b="b"/>
              <a:pathLst>
                <a:path w="8481964" h="1309429">
                  <a:moveTo>
                    <a:pt x="0" y="0"/>
                  </a:moveTo>
                  <a:lnTo>
                    <a:pt x="8481964" y="0"/>
                  </a:lnTo>
                  <a:lnTo>
                    <a:pt x="8481964" y="1309429"/>
                  </a:lnTo>
                  <a:lnTo>
                    <a:pt x="0" y="1309429"/>
                  </a:lnTo>
                  <a:close/>
                </a:path>
              </a:pathLst>
            </a:custGeom>
            <a:solidFill>
              <a:srgbClr val="FFFFFF">
                <a:alpha val="11765"/>
              </a:srgbClr>
            </a:solidFill>
          </p:spPr>
          <p:txBody>
            <a:bodyPr/>
            <a:lstStyle/>
            <a:p>
              <a:endParaRPr lang="en-US"/>
            </a:p>
          </p:txBody>
        </p:sp>
        <p:sp>
          <p:nvSpPr>
            <p:cNvPr id="15" name="TextBox 15"/>
            <p:cNvSpPr txBox="1"/>
            <p:nvPr/>
          </p:nvSpPr>
          <p:spPr>
            <a:xfrm>
              <a:off x="0" y="0"/>
              <a:ext cx="8482005" cy="1309381"/>
            </a:xfrm>
            <a:prstGeom prst="rect">
              <a:avLst/>
            </a:prstGeom>
          </p:spPr>
          <p:txBody>
            <a:bodyPr lIns="59223" tIns="59223" rIns="59223" bIns="59223" rtlCol="0" anchor="ctr"/>
            <a:lstStyle/>
            <a:p>
              <a:pPr algn="ctr">
                <a:lnSpc>
                  <a:spcPts val="5595"/>
                </a:lnSpc>
              </a:pPr>
              <a:r>
                <a:rPr lang="en-US" sz="4663">
                  <a:solidFill>
                    <a:srgbClr val="13394F"/>
                  </a:solidFill>
                  <a:latin typeface="Lexend Deca"/>
                  <a:ea typeface="Lexend Deca"/>
                  <a:cs typeface="Lexend Deca"/>
                  <a:sym typeface="Lexend Deca"/>
                </a:rPr>
                <a:t>3.6 Booked Flight Page</a:t>
              </a:r>
            </a:p>
          </p:txBody>
        </p:sp>
      </p:gr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C8EAFF"/>
        </a:solidFill>
        <a:effectLst/>
      </p:bgPr>
    </p:bg>
    <p:spTree>
      <p:nvGrpSpPr>
        <p:cNvPr id="1" name=""/>
        <p:cNvGrpSpPr/>
        <p:nvPr/>
      </p:nvGrpSpPr>
      <p:grpSpPr>
        <a:xfrm>
          <a:off x="0" y="0"/>
          <a:ext cx="0" cy="0"/>
          <a:chOff x="0" y="0"/>
          <a:chExt cx="0" cy="0"/>
        </a:xfrm>
      </p:grpSpPr>
      <p:sp>
        <p:nvSpPr>
          <p:cNvPr id="2" name="Freeform 2"/>
          <p:cNvSpPr/>
          <p:nvPr/>
        </p:nvSpPr>
        <p:spPr>
          <a:xfrm>
            <a:off x="0" y="0"/>
            <a:ext cx="18288006" cy="10287002"/>
          </a:xfrm>
          <a:custGeom>
            <a:avLst/>
            <a:gdLst/>
            <a:ahLst/>
            <a:cxnLst/>
            <a:rect l="l" t="t" r="r" b="b"/>
            <a:pathLst>
              <a:path w="18288006" h="10287002">
                <a:moveTo>
                  <a:pt x="0" y="0"/>
                </a:moveTo>
                <a:lnTo>
                  <a:pt x="18288006" y="0"/>
                </a:lnTo>
                <a:lnTo>
                  <a:pt x="18288006" y="10287002"/>
                </a:lnTo>
                <a:lnTo>
                  <a:pt x="0" y="10287002"/>
                </a:lnTo>
                <a:lnTo>
                  <a:pt x="0" y="0"/>
                </a:lnTo>
                <a:close/>
              </a:path>
            </a:pathLst>
          </a:custGeom>
          <a:blipFill>
            <a:blip r:embed="rId3">
              <a:alphaModFix amt="57999"/>
            </a:blip>
            <a:stretch>
              <a:fillRect/>
            </a:stretch>
          </a:blipFill>
        </p:spPr>
        <p:txBody>
          <a:bodyPr/>
          <a:lstStyle/>
          <a:p>
            <a:endParaRPr lang="en-US"/>
          </a:p>
        </p:txBody>
      </p:sp>
      <p:sp>
        <p:nvSpPr>
          <p:cNvPr id="3" name="Freeform 3"/>
          <p:cNvSpPr/>
          <p:nvPr/>
        </p:nvSpPr>
        <p:spPr>
          <a:xfrm>
            <a:off x="12668252" y="-1883382"/>
            <a:ext cx="10591798" cy="4572496"/>
          </a:xfrm>
          <a:custGeom>
            <a:avLst/>
            <a:gdLst/>
            <a:ahLst/>
            <a:cxnLst/>
            <a:rect l="l" t="t" r="r" b="b"/>
            <a:pathLst>
              <a:path w="10591798" h="4572496">
                <a:moveTo>
                  <a:pt x="0" y="0"/>
                </a:moveTo>
                <a:lnTo>
                  <a:pt x="10591798" y="0"/>
                </a:lnTo>
                <a:lnTo>
                  <a:pt x="10591798" y="4572496"/>
                </a:lnTo>
                <a:lnTo>
                  <a:pt x="0" y="4572496"/>
                </a:lnTo>
                <a:lnTo>
                  <a:pt x="0" y="0"/>
                </a:lnTo>
                <a:close/>
              </a:path>
            </a:pathLst>
          </a:custGeom>
          <a:blipFill>
            <a:blip r:embed="rId4"/>
            <a:stretch>
              <a:fillRect/>
            </a:stretch>
          </a:blipFill>
        </p:spPr>
        <p:txBody>
          <a:bodyPr/>
          <a:lstStyle/>
          <a:p>
            <a:endParaRPr lang="en-US"/>
          </a:p>
        </p:txBody>
      </p:sp>
      <p:sp>
        <p:nvSpPr>
          <p:cNvPr id="4" name="Freeform 4"/>
          <p:cNvSpPr/>
          <p:nvPr/>
        </p:nvSpPr>
        <p:spPr>
          <a:xfrm>
            <a:off x="11565652" y="7300104"/>
            <a:ext cx="10591798" cy="4503776"/>
          </a:xfrm>
          <a:custGeom>
            <a:avLst/>
            <a:gdLst/>
            <a:ahLst/>
            <a:cxnLst/>
            <a:rect l="l" t="t" r="r" b="b"/>
            <a:pathLst>
              <a:path w="10591798" h="4503776">
                <a:moveTo>
                  <a:pt x="0" y="0"/>
                </a:moveTo>
                <a:lnTo>
                  <a:pt x="10591798" y="0"/>
                </a:lnTo>
                <a:lnTo>
                  <a:pt x="10591798" y="4503776"/>
                </a:lnTo>
                <a:lnTo>
                  <a:pt x="0" y="4503776"/>
                </a:lnTo>
                <a:lnTo>
                  <a:pt x="0" y="0"/>
                </a:lnTo>
                <a:close/>
              </a:path>
            </a:pathLst>
          </a:custGeom>
          <a:blipFill>
            <a:blip r:embed="rId5"/>
            <a:stretch>
              <a:fillRect/>
            </a:stretch>
          </a:blipFill>
        </p:spPr>
        <p:txBody>
          <a:bodyPr/>
          <a:lstStyle/>
          <a:p>
            <a:endParaRPr lang="en-US"/>
          </a:p>
        </p:txBody>
      </p:sp>
      <p:sp>
        <p:nvSpPr>
          <p:cNvPr id="5" name="Freeform 5"/>
          <p:cNvSpPr/>
          <p:nvPr/>
        </p:nvSpPr>
        <p:spPr>
          <a:xfrm flipH="1">
            <a:off x="-4686298" y="-1883380"/>
            <a:ext cx="10591796" cy="4814492"/>
          </a:xfrm>
          <a:custGeom>
            <a:avLst/>
            <a:gdLst/>
            <a:ahLst/>
            <a:cxnLst/>
            <a:rect l="l" t="t" r="r" b="b"/>
            <a:pathLst>
              <a:path w="10591796" h="4814492">
                <a:moveTo>
                  <a:pt x="10591796" y="0"/>
                </a:moveTo>
                <a:lnTo>
                  <a:pt x="0" y="0"/>
                </a:lnTo>
                <a:lnTo>
                  <a:pt x="0" y="4814492"/>
                </a:lnTo>
                <a:lnTo>
                  <a:pt x="10591796" y="4814492"/>
                </a:lnTo>
                <a:lnTo>
                  <a:pt x="10591796" y="0"/>
                </a:lnTo>
                <a:close/>
              </a:path>
            </a:pathLst>
          </a:custGeom>
          <a:blipFill>
            <a:blip r:embed="rId6"/>
            <a:stretch>
              <a:fillRect/>
            </a:stretch>
          </a:blipFill>
        </p:spPr>
        <p:txBody>
          <a:bodyPr/>
          <a:lstStyle/>
          <a:p>
            <a:endParaRPr lang="en-US"/>
          </a:p>
        </p:txBody>
      </p:sp>
      <p:sp>
        <p:nvSpPr>
          <p:cNvPr id="6" name="Freeform 6"/>
          <p:cNvSpPr/>
          <p:nvPr/>
        </p:nvSpPr>
        <p:spPr>
          <a:xfrm>
            <a:off x="15042189" y="8257445"/>
            <a:ext cx="4154838" cy="4109514"/>
          </a:xfrm>
          <a:custGeom>
            <a:avLst/>
            <a:gdLst/>
            <a:ahLst/>
            <a:cxnLst/>
            <a:rect l="l" t="t" r="r" b="b"/>
            <a:pathLst>
              <a:path w="4154838" h="4109514">
                <a:moveTo>
                  <a:pt x="0" y="0"/>
                </a:moveTo>
                <a:lnTo>
                  <a:pt x="4154838" y="0"/>
                </a:lnTo>
                <a:lnTo>
                  <a:pt x="4154838" y="4109514"/>
                </a:lnTo>
                <a:lnTo>
                  <a:pt x="0" y="4109514"/>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US"/>
          </a:p>
        </p:txBody>
      </p:sp>
      <p:sp>
        <p:nvSpPr>
          <p:cNvPr id="7" name="Freeform 7"/>
          <p:cNvSpPr/>
          <p:nvPr/>
        </p:nvSpPr>
        <p:spPr>
          <a:xfrm>
            <a:off x="8077200" y="-666750"/>
            <a:ext cx="10706100" cy="5886450"/>
          </a:xfrm>
          <a:custGeom>
            <a:avLst/>
            <a:gdLst/>
            <a:ahLst/>
            <a:cxnLst/>
            <a:rect l="l" t="t" r="r" b="b"/>
            <a:pathLst>
              <a:path w="10706100" h="5886450">
                <a:moveTo>
                  <a:pt x="0" y="0"/>
                </a:moveTo>
                <a:lnTo>
                  <a:pt x="10706100" y="0"/>
                </a:lnTo>
                <a:lnTo>
                  <a:pt x="10706100" y="5886450"/>
                </a:lnTo>
                <a:lnTo>
                  <a:pt x="0" y="5886450"/>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US"/>
          </a:p>
        </p:txBody>
      </p:sp>
      <p:sp>
        <p:nvSpPr>
          <p:cNvPr id="8" name="Freeform 8"/>
          <p:cNvSpPr/>
          <p:nvPr/>
        </p:nvSpPr>
        <p:spPr>
          <a:xfrm>
            <a:off x="-590550" y="7429500"/>
            <a:ext cx="15773400" cy="3714750"/>
          </a:xfrm>
          <a:custGeom>
            <a:avLst/>
            <a:gdLst/>
            <a:ahLst/>
            <a:cxnLst/>
            <a:rect l="l" t="t" r="r" b="b"/>
            <a:pathLst>
              <a:path w="15773400" h="3714750">
                <a:moveTo>
                  <a:pt x="0" y="0"/>
                </a:moveTo>
                <a:lnTo>
                  <a:pt x="15773400" y="0"/>
                </a:lnTo>
                <a:lnTo>
                  <a:pt x="15773400" y="3714750"/>
                </a:lnTo>
                <a:lnTo>
                  <a:pt x="0" y="3714750"/>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txBody>
          <a:bodyPr/>
          <a:lstStyle/>
          <a:p>
            <a:endParaRPr lang="en-US"/>
          </a:p>
        </p:txBody>
      </p:sp>
      <p:sp>
        <p:nvSpPr>
          <p:cNvPr id="9" name="Freeform 9"/>
          <p:cNvSpPr/>
          <p:nvPr/>
        </p:nvSpPr>
        <p:spPr>
          <a:xfrm>
            <a:off x="679981" y="1045274"/>
            <a:ext cx="16928044" cy="8196453"/>
          </a:xfrm>
          <a:custGeom>
            <a:avLst/>
            <a:gdLst/>
            <a:ahLst/>
            <a:cxnLst/>
            <a:rect l="l" t="t" r="r" b="b"/>
            <a:pathLst>
              <a:path w="16928044" h="8196453">
                <a:moveTo>
                  <a:pt x="0" y="0"/>
                </a:moveTo>
                <a:lnTo>
                  <a:pt x="16928044" y="0"/>
                </a:lnTo>
                <a:lnTo>
                  <a:pt x="16928044" y="8196453"/>
                </a:lnTo>
                <a:lnTo>
                  <a:pt x="0" y="8196453"/>
                </a:lnTo>
                <a:lnTo>
                  <a:pt x="0" y="0"/>
                </a:lnTo>
                <a:close/>
              </a:path>
            </a:pathLst>
          </a:custGeom>
          <a:blipFill>
            <a:blip r:embed="rId13"/>
            <a:stretch>
              <a:fillRect t="-2148" b="-2148"/>
            </a:stretch>
          </a:blipFill>
        </p:spPr>
        <p:txBody>
          <a:bodyPr/>
          <a:lstStyle/>
          <a:p>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C8EAFF"/>
        </a:solidFill>
        <a:effectLst/>
      </p:bgPr>
    </p:bg>
    <p:spTree>
      <p:nvGrpSpPr>
        <p:cNvPr id="1" name=""/>
        <p:cNvGrpSpPr/>
        <p:nvPr/>
      </p:nvGrpSpPr>
      <p:grpSpPr>
        <a:xfrm>
          <a:off x="0" y="0"/>
          <a:ext cx="0" cy="0"/>
          <a:chOff x="0" y="0"/>
          <a:chExt cx="0" cy="0"/>
        </a:xfrm>
      </p:grpSpPr>
      <p:sp>
        <p:nvSpPr>
          <p:cNvPr id="2" name="Freeform 2"/>
          <p:cNvSpPr/>
          <p:nvPr/>
        </p:nvSpPr>
        <p:spPr>
          <a:xfrm>
            <a:off x="0" y="0"/>
            <a:ext cx="18288006" cy="10287002"/>
          </a:xfrm>
          <a:custGeom>
            <a:avLst/>
            <a:gdLst/>
            <a:ahLst/>
            <a:cxnLst/>
            <a:rect l="l" t="t" r="r" b="b"/>
            <a:pathLst>
              <a:path w="18288006" h="10287002">
                <a:moveTo>
                  <a:pt x="0" y="0"/>
                </a:moveTo>
                <a:lnTo>
                  <a:pt x="18288006" y="0"/>
                </a:lnTo>
                <a:lnTo>
                  <a:pt x="18288006" y="10287002"/>
                </a:lnTo>
                <a:lnTo>
                  <a:pt x="0" y="10287002"/>
                </a:lnTo>
                <a:lnTo>
                  <a:pt x="0" y="0"/>
                </a:lnTo>
                <a:close/>
              </a:path>
            </a:pathLst>
          </a:custGeom>
          <a:blipFill>
            <a:blip r:embed="rId3">
              <a:alphaModFix amt="57999"/>
            </a:blip>
            <a:stretch>
              <a:fillRect/>
            </a:stretch>
          </a:blipFill>
        </p:spPr>
        <p:txBody>
          <a:bodyPr/>
          <a:lstStyle/>
          <a:p>
            <a:endParaRPr lang="en-US"/>
          </a:p>
        </p:txBody>
      </p:sp>
      <p:sp>
        <p:nvSpPr>
          <p:cNvPr id="3" name="Freeform 3"/>
          <p:cNvSpPr/>
          <p:nvPr/>
        </p:nvSpPr>
        <p:spPr>
          <a:xfrm>
            <a:off x="12668252" y="-1883382"/>
            <a:ext cx="10591798" cy="4572496"/>
          </a:xfrm>
          <a:custGeom>
            <a:avLst/>
            <a:gdLst/>
            <a:ahLst/>
            <a:cxnLst/>
            <a:rect l="l" t="t" r="r" b="b"/>
            <a:pathLst>
              <a:path w="10591798" h="4572496">
                <a:moveTo>
                  <a:pt x="0" y="0"/>
                </a:moveTo>
                <a:lnTo>
                  <a:pt x="10591798" y="0"/>
                </a:lnTo>
                <a:lnTo>
                  <a:pt x="10591798" y="4572496"/>
                </a:lnTo>
                <a:lnTo>
                  <a:pt x="0" y="4572496"/>
                </a:lnTo>
                <a:lnTo>
                  <a:pt x="0" y="0"/>
                </a:lnTo>
                <a:close/>
              </a:path>
            </a:pathLst>
          </a:custGeom>
          <a:blipFill>
            <a:blip r:embed="rId4"/>
            <a:stretch>
              <a:fillRect/>
            </a:stretch>
          </a:blipFill>
        </p:spPr>
        <p:txBody>
          <a:bodyPr/>
          <a:lstStyle/>
          <a:p>
            <a:endParaRPr lang="en-US"/>
          </a:p>
        </p:txBody>
      </p:sp>
      <p:sp>
        <p:nvSpPr>
          <p:cNvPr id="4" name="Freeform 4"/>
          <p:cNvSpPr/>
          <p:nvPr/>
        </p:nvSpPr>
        <p:spPr>
          <a:xfrm>
            <a:off x="11565652" y="7300104"/>
            <a:ext cx="10591798" cy="4503776"/>
          </a:xfrm>
          <a:custGeom>
            <a:avLst/>
            <a:gdLst/>
            <a:ahLst/>
            <a:cxnLst/>
            <a:rect l="l" t="t" r="r" b="b"/>
            <a:pathLst>
              <a:path w="10591798" h="4503776">
                <a:moveTo>
                  <a:pt x="0" y="0"/>
                </a:moveTo>
                <a:lnTo>
                  <a:pt x="10591798" y="0"/>
                </a:lnTo>
                <a:lnTo>
                  <a:pt x="10591798" y="4503776"/>
                </a:lnTo>
                <a:lnTo>
                  <a:pt x="0" y="4503776"/>
                </a:lnTo>
                <a:lnTo>
                  <a:pt x="0" y="0"/>
                </a:lnTo>
                <a:close/>
              </a:path>
            </a:pathLst>
          </a:custGeom>
          <a:blipFill>
            <a:blip r:embed="rId5"/>
            <a:stretch>
              <a:fillRect/>
            </a:stretch>
          </a:blipFill>
        </p:spPr>
        <p:txBody>
          <a:bodyPr/>
          <a:lstStyle/>
          <a:p>
            <a:endParaRPr lang="en-US"/>
          </a:p>
        </p:txBody>
      </p:sp>
      <p:sp>
        <p:nvSpPr>
          <p:cNvPr id="5" name="Freeform 5"/>
          <p:cNvSpPr/>
          <p:nvPr/>
        </p:nvSpPr>
        <p:spPr>
          <a:xfrm flipH="1">
            <a:off x="-4686298" y="-1883380"/>
            <a:ext cx="10591796" cy="4814492"/>
          </a:xfrm>
          <a:custGeom>
            <a:avLst/>
            <a:gdLst/>
            <a:ahLst/>
            <a:cxnLst/>
            <a:rect l="l" t="t" r="r" b="b"/>
            <a:pathLst>
              <a:path w="10591796" h="4814492">
                <a:moveTo>
                  <a:pt x="10591796" y="0"/>
                </a:moveTo>
                <a:lnTo>
                  <a:pt x="0" y="0"/>
                </a:lnTo>
                <a:lnTo>
                  <a:pt x="0" y="4814492"/>
                </a:lnTo>
                <a:lnTo>
                  <a:pt x="10591796" y="4814492"/>
                </a:lnTo>
                <a:lnTo>
                  <a:pt x="10591796" y="0"/>
                </a:lnTo>
                <a:close/>
              </a:path>
            </a:pathLst>
          </a:custGeom>
          <a:blipFill>
            <a:blip r:embed="rId6"/>
            <a:stretch>
              <a:fillRect/>
            </a:stretch>
          </a:blipFill>
        </p:spPr>
        <p:txBody>
          <a:bodyPr/>
          <a:lstStyle/>
          <a:p>
            <a:endParaRPr lang="en-US"/>
          </a:p>
        </p:txBody>
      </p:sp>
      <p:sp>
        <p:nvSpPr>
          <p:cNvPr id="6" name="Freeform 6"/>
          <p:cNvSpPr/>
          <p:nvPr/>
        </p:nvSpPr>
        <p:spPr>
          <a:xfrm>
            <a:off x="15042189" y="8257445"/>
            <a:ext cx="4154838" cy="4109514"/>
          </a:xfrm>
          <a:custGeom>
            <a:avLst/>
            <a:gdLst/>
            <a:ahLst/>
            <a:cxnLst/>
            <a:rect l="l" t="t" r="r" b="b"/>
            <a:pathLst>
              <a:path w="4154838" h="4109514">
                <a:moveTo>
                  <a:pt x="0" y="0"/>
                </a:moveTo>
                <a:lnTo>
                  <a:pt x="4154838" y="0"/>
                </a:lnTo>
                <a:lnTo>
                  <a:pt x="4154838" y="4109514"/>
                </a:lnTo>
                <a:lnTo>
                  <a:pt x="0" y="4109514"/>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US"/>
          </a:p>
        </p:txBody>
      </p:sp>
      <p:sp>
        <p:nvSpPr>
          <p:cNvPr id="7" name="Freeform 7"/>
          <p:cNvSpPr/>
          <p:nvPr/>
        </p:nvSpPr>
        <p:spPr>
          <a:xfrm>
            <a:off x="8077200" y="-666750"/>
            <a:ext cx="10706100" cy="5886450"/>
          </a:xfrm>
          <a:custGeom>
            <a:avLst/>
            <a:gdLst/>
            <a:ahLst/>
            <a:cxnLst/>
            <a:rect l="l" t="t" r="r" b="b"/>
            <a:pathLst>
              <a:path w="10706100" h="5886450">
                <a:moveTo>
                  <a:pt x="0" y="0"/>
                </a:moveTo>
                <a:lnTo>
                  <a:pt x="10706100" y="0"/>
                </a:lnTo>
                <a:lnTo>
                  <a:pt x="10706100" y="5886450"/>
                </a:lnTo>
                <a:lnTo>
                  <a:pt x="0" y="5886450"/>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US"/>
          </a:p>
        </p:txBody>
      </p:sp>
      <p:sp>
        <p:nvSpPr>
          <p:cNvPr id="8" name="Freeform 8"/>
          <p:cNvSpPr/>
          <p:nvPr/>
        </p:nvSpPr>
        <p:spPr>
          <a:xfrm>
            <a:off x="-590550" y="7429500"/>
            <a:ext cx="15773400" cy="3714750"/>
          </a:xfrm>
          <a:custGeom>
            <a:avLst/>
            <a:gdLst/>
            <a:ahLst/>
            <a:cxnLst/>
            <a:rect l="l" t="t" r="r" b="b"/>
            <a:pathLst>
              <a:path w="15773400" h="3714750">
                <a:moveTo>
                  <a:pt x="0" y="0"/>
                </a:moveTo>
                <a:lnTo>
                  <a:pt x="15773400" y="0"/>
                </a:lnTo>
                <a:lnTo>
                  <a:pt x="15773400" y="3714750"/>
                </a:lnTo>
                <a:lnTo>
                  <a:pt x="0" y="3714750"/>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txBody>
          <a:bodyPr/>
          <a:lstStyle/>
          <a:p>
            <a:endParaRPr lang="en-US"/>
          </a:p>
        </p:txBody>
      </p:sp>
      <p:sp>
        <p:nvSpPr>
          <p:cNvPr id="9" name="Freeform 9"/>
          <p:cNvSpPr/>
          <p:nvPr/>
        </p:nvSpPr>
        <p:spPr>
          <a:xfrm>
            <a:off x="736970" y="926919"/>
            <a:ext cx="16814059" cy="8331381"/>
          </a:xfrm>
          <a:custGeom>
            <a:avLst/>
            <a:gdLst/>
            <a:ahLst/>
            <a:cxnLst/>
            <a:rect l="l" t="t" r="r" b="b"/>
            <a:pathLst>
              <a:path w="16814059" h="8331381">
                <a:moveTo>
                  <a:pt x="0" y="0"/>
                </a:moveTo>
                <a:lnTo>
                  <a:pt x="16814060" y="0"/>
                </a:lnTo>
                <a:lnTo>
                  <a:pt x="16814060" y="8331381"/>
                </a:lnTo>
                <a:lnTo>
                  <a:pt x="0" y="8331381"/>
                </a:lnTo>
                <a:lnTo>
                  <a:pt x="0" y="0"/>
                </a:lnTo>
                <a:close/>
              </a:path>
            </a:pathLst>
          </a:custGeom>
          <a:blipFill>
            <a:blip r:embed="rId13"/>
            <a:stretch>
              <a:fillRect t="-958" b="-958"/>
            </a:stretch>
          </a:blipFill>
        </p:spPr>
        <p:txBody>
          <a:bodyPr/>
          <a:lstStyle/>
          <a:p>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C8EAFF"/>
        </a:solidFill>
        <a:effectLst/>
      </p:bgPr>
    </p:bg>
    <p:spTree>
      <p:nvGrpSpPr>
        <p:cNvPr id="1" name=""/>
        <p:cNvGrpSpPr/>
        <p:nvPr/>
      </p:nvGrpSpPr>
      <p:grpSpPr>
        <a:xfrm>
          <a:off x="0" y="0"/>
          <a:ext cx="0" cy="0"/>
          <a:chOff x="0" y="0"/>
          <a:chExt cx="0" cy="0"/>
        </a:xfrm>
      </p:grpSpPr>
      <p:sp>
        <p:nvSpPr>
          <p:cNvPr id="2" name="Freeform 2"/>
          <p:cNvSpPr/>
          <p:nvPr/>
        </p:nvSpPr>
        <p:spPr>
          <a:xfrm>
            <a:off x="0" y="0"/>
            <a:ext cx="18288006" cy="10287002"/>
          </a:xfrm>
          <a:custGeom>
            <a:avLst/>
            <a:gdLst/>
            <a:ahLst/>
            <a:cxnLst/>
            <a:rect l="l" t="t" r="r" b="b"/>
            <a:pathLst>
              <a:path w="18288006" h="10287002">
                <a:moveTo>
                  <a:pt x="0" y="0"/>
                </a:moveTo>
                <a:lnTo>
                  <a:pt x="18288006" y="0"/>
                </a:lnTo>
                <a:lnTo>
                  <a:pt x="18288006" y="10287002"/>
                </a:lnTo>
                <a:lnTo>
                  <a:pt x="0" y="10287002"/>
                </a:lnTo>
                <a:lnTo>
                  <a:pt x="0" y="0"/>
                </a:lnTo>
                <a:close/>
              </a:path>
            </a:pathLst>
          </a:custGeom>
          <a:blipFill>
            <a:blip r:embed="rId3">
              <a:alphaModFix amt="57999"/>
            </a:blip>
            <a:stretch>
              <a:fillRect/>
            </a:stretch>
          </a:blipFill>
        </p:spPr>
        <p:txBody>
          <a:bodyPr/>
          <a:lstStyle/>
          <a:p>
            <a:endParaRPr lang="en-US"/>
          </a:p>
        </p:txBody>
      </p:sp>
      <p:sp>
        <p:nvSpPr>
          <p:cNvPr id="3" name="Freeform 3"/>
          <p:cNvSpPr/>
          <p:nvPr/>
        </p:nvSpPr>
        <p:spPr>
          <a:xfrm>
            <a:off x="9563102" y="6385612"/>
            <a:ext cx="10591798" cy="5081356"/>
          </a:xfrm>
          <a:custGeom>
            <a:avLst/>
            <a:gdLst/>
            <a:ahLst/>
            <a:cxnLst/>
            <a:rect l="l" t="t" r="r" b="b"/>
            <a:pathLst>
              <a:path w="10591798" h="5081356">
                <a:moveTo>
                  <a:pt x="0" y="0"/>
                </a:moveTo>
                <a:lnTo>
                  <a:pt x="10591798" y="0"/>
                </a:lnTo>
                <a:lnTo>
                  <a:pt x="10591798" y="5081356"/>
                </a:lnTo>
                <a:lnTo>
                  <a:pt x="0" y="5081356"/>
                </a:lnTo>
                <a:lnTo>
                  <a:pt x="0" y="0"/>
                </a:lnTo>
                <a:close/>
              </a:path>
            </a:pathLst>
          </a:custGeom>
          <a:blipFill>
            <a:blip r:embed="rId4"/>
            <a:stretch>
              <a:fillRect/>
            </a:stretch>
          </a:blipFill>
        </p:spPr>
        <p:txBody>
          <a:bodyPr/>
          <a:lstStyle/>
          <a:p>
            <a:endParaRPr lang="en-US"/>
          </a:p>
        </p:txBody>
      </p:sp>
      <p:sp>
        <p:nvSpPr>
          <p:cNvPr id="4" name="Freeform 4"/>
          <p:cNvSpPr/>
          <p:nvPr/>
        </p:nvSpPr>
        <p:spPr>
          <a:xfrm>
            <a:off x="-2324098" y="6921768"/>
            <a:ext cx="10591798" cy="4572496"/>
          </a:xfrm>
          <a:custGeom>
            <a:avLst/>
            <a:gdLst/>
            <a:ahLst/>
            <a:cxnLst/>
            <a:rect l="l" t="t" r="r" b="b"/>
            <a:pathLst>
              <a:path w="10591798" h="4572496">
                <a:moveTo>
                  <a:pt x="0" y="0"/>
                </a:moveTo>
                <a:lnTo>
                  <a:pt x="10591798" y="0"/>
                </a:lnTo>
                <a:lnTo>
                  <a:pt x="10591798" y="4572496"/>
                </a:lnTo>
                <a:lnTo>
                  <a:pt x="0" y="4572496"/>
                </a:lnTo>
                <a:lnTo>
                  <a:pt x="0" y="0"/>
                </a:lnTo>
                <a:close/>
              </a:path>
            </a:pathLst>
          </a:custGeom>
          <a:blipFill>
            <a:blip r:embed="rId5"/>
            <a:stretch>
              <a:fillRect/>
            </a:stretch>
          </a:blipFill>
        </p:spPr>
        <p:txBody>
          <a:bodyPr/>
          <a:lstStyle/>
          <a:p>
            <a:endParaRPr lang="en-US"/>
          </a:p>
        </p:txBody>
      </p:sp>
      <p:sp>
        <p:nvSpPr>
          <p:cNvPr id="5" name="Freeform 5"/>
          <p:cNvSpPr/>
          <p:nvPr/>
        </p:nvSpPr>
        <p:spPr>
          <a:xfrm>
            <a:off x="-816648" y="213894"/>
            <a:ext cx="7103150" cy="10873200"/>
          </a:xfrm>
          <a:custGeom>
            <a:avLst/>
            <a:gdLst/>
            <a:ahLst/>
            <a:cxnLst/>
            <a:rect l="l" t="t" r="r" b="b"/>
            <a:pathLst>
              <a:path w="7103150" h="10873200">
                <a:moveTo>
                  <a:pt x="0" y="0"/>
                </a:moveTo>
                <a:lnTo>
                  <a:pt x="7103150" y="0"/>
                </a:lnTo>
                <a:lnTo>
                  <a:pt x="7103150" y="10873200"/>
                </a:lnTo>
                <a:lnTo>
                  <a:pt x="0" y="108732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6" name="Freeform 6"/>
          <p:cNvSpPr/>
          <p:nvPr/>
        </p:nvSpPr>
        <p:spPr>
          <a:xfrm>
            <a:off x="3638550" y="8062618"/>
            <a:ext cx="15392400" cy="2700650"/>
          </a:xfrm>
          <a:custGeom>
            <a:avLst/>
            <a:gdLst/>
            <a:ahLst/>
            <a:cxnLst/>
            <a:rect l="l" t="t" r="r" b="b"/>
            <a:pathLst>
              <a:path w="15392400" h="2700650">
                <a:moveTo>
                  <a:pt x="0" y="0"/>
                </a:moveTo>
                <a:lnTo>
                  <a:pt x="15392400" y="0"/>
                </a:lnTo>
                <a:lnTo>
                  <a:pt x="15392400" y="2700650"/>
                </a:lnTo>
                <a:lnTo>
                  <a:pt x="0" y="270065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US"/>
          </a:p>
        </p:txBody>
      </p:sp>
      <p:sp>
        <p:nvSpPr>
          <p:cNvPr id="7" name="Freeform 7"/>
          <p:cNvSpPr/>
          <p:nvPr/>
        </p:nvSpPr>
        <p:spPr>
          <a:xfrm>
            <a:off x="5682035" y="5650494"/>
            <a:ext cx="4501864" cy="4202613"/>
          </a:xfrm>
          <a:custGeom>
            <a:avLst/>
            <a:gdLst/>
            <a:ahLst/>
            <a:cxnLst/>
            <a:rect l="l" t="t" r="r" b="b"/>
            <a:pathLst>
              <a:path w="4501864" h="4202613">
                <a:moveTo>
                  <a:pt x="0" y="0"/>
                </a:moveTo>
                <a:lnTo>
                  <a:pt x="4501864" y="0"/>
                </a:lnTo>
                <a:lnTo>
                  <a:pt x="4501864" y="4202613"/>
                </a:lnTo>
                <a:lnTo>
                  <a:pt x="0" y="4202613"/>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US"/>
          </a:p>
        </p:txBody>
      </p:sp>
      <p:sp>
        <p:nvSpPr>
          <p:cNvPr id="8" name="Freeform 8"/>
          <p:cNvSpPr/>
          <p:nvPr/>
        </p:nvSpPr>
        <p:spPr>
          <a:xfrm>
            <a:off x="10987323" y="2423404"/>
            <a:ext cx="7007000" cy="5440192"/>
          </a:xfrm>
          <a:custGeom>
            <a:avLst/>
            <a:gdLst/>
            <a:ahLst/>
            <a:cxnLst/>
            <a:rect l="l" t="t" r="r" b="b"/>
            <a:pathLst>
              <a:path w="7007000" h="5440192">
                <a:moveTo>
                  <a:pt x="0" y="0"/>
                </a:moveTo>
                <a:lnTo>
                  <a:pt x="7007000" y="0"/>
                </a:lnTo>
                <a:lnTo>
                  <a:pt x="7007000" y="5440192"/>
                </a:lnTo>
                <a:lnTo>
                  <a:pt x="0" y="5440192"/>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endParaRPr lang="en-US"/>
          </a:p>
        </p:txBody>
      </p:sp>
      <p:grpSp>
        <p:nvGrpSpPr>
          <p:cNvPr id="9" name="Group 9"/>
          <p:cNvGrpSpPr/>
          <p:nvPr/>
        </p:nvGrpSpPr>
        <p:grpSpPr>
          <a:xfrm>
            <a:off x="15722244" y="6667646"/>
            <a:ext cx="284400" cy="284400"/>
            <a:chOff x="0" y="0"/>
            <a:chExt cx="379200" cy="379200"/>
          </a:xfrm>
        </p:grpSpPr>
        <p:sp>
          <p:nvSpPr>
            <p:cNvPr id="10" name="Freeform 10"/>
            <p:cNvSpPr/>
            <p:nvPr/>
          </p:nvSpPr>
          <p:spPr>
            <a:xfrm>
              <a:off x="0" y="0"/>
              <a:ext cx="379222" cy="379222"/>
            </a:xfrm>
            <a:custGeom>
              <a:avLst/>
              <a:gdLst/>
              <a:ahLst/>
              <a:cxnLst/>
              <a:rect l="l" t="t" r="r" b="b"/>
              <a:pathLst>
                <a:path w="379222" h="379222">
                  <a:moveTo>
                    <a:pt x="0" y="189611"/>
                  </a:moveTo>
                  <a:cubicBezTo>
                    <a:pt x="0" y="84836"/>
                    <a:pt x="84836" y="0"/>
                    <a:pt x="189611" y="0"/>
                  </a:cubicBezTo>
                  <a:cubicBezTo>
                    <a:pt x="294386" y="0"/>
                    <a:pt x="379222" y="84836"/>
                    <a:pt x="379222" y="189611"/>
                  </a:cubicBezTo>
                  <a:cubicBezTo>
                    <a:pt x="379222" y="294386"/>
                    <a:pt x="294259" y="379222"/>
                    <a:pt x="189611" y="379222"/>
                  </a:cubicBezTo>
                  <a:cubicBezTo>
                    <a:pt x="84963" y="379222"/>
                    <a:pt x="0" y="294259"/>
                    <a:pt x="0" y="189611"/>
                  </a:cubicBezTo>
                  <a:close/>
                </a:path>
              </a:pathLst>
            </a:custGeom>
            <a:solidFill>
              <a:srgbClr val="D6D4B2"/>
            </a:solidFill>
          </p:spPr>
          <p:txBody>
            <a:bodyPr/>
            <a:lstStyle/>
            <a:p>
              <a:endParaRPr lang="en-US"/>
            </a:p>
          </p:txBody>
        </p:sp>
      </p:grpSp>
      <p:sp>
        <p:nvSpPr>
          <p:cNvPr id="11" name="Freeform 11"/>
          <p:cNvSpPr/>
          <p:nvPr/>
        </p:nvSpPr>
        <p:spPr>
          <a:xfrm>
            <a:off x="11381523" y="2895423"/>
            <a:ext cx="6218600" cy="3490189"/>
          </a:xfrm>
          <a:custGeom>
            <a:avLst/>
            <a:gdLst/>
            <a:ahLst/>
            <a:cxnLst/>
            <a:rect l="l" t="t" r="r" b="b"/>
            <a:pathLst>
              <a:path w="6218600" h="3490189">
                <a:moveTo>
                  <a:pt x="0" y="0"/>
                </a:moveTo>
                <a:lnTo>
                  <a:pt x="6218600" y="0"/>
                </a:lnTo>
                <a:lnTo>
                  <a:pt x="6218600" y="3490189"/>
                </a:lnTo>
                <a:lnTo>
                  <a:pt x="0" y="3490189"/>
                </a:lnTo>
                <a:lnTo>
                  <a:pt x="0" y="0"/>
                </a:lnTo>
                <a:close/>
              </a:path>
            </a:pathLst>
          </a:custGeom>
          <a:blipFill>
            <a:blip r:embed="rId14"/>
            <a:stretch>
              <a:fillRect/>
            </a:stretch>
          </a:blipFill>
        </p:spPr>
        <p:txBody>
          <a:bodyPr/>
          <a:lstStyle/>
          <a:p>
            <a:endParaRPr lang="en-US"/>
          </a:p>
        </p:txBody>
      </p:sp>
      <p:sp>
        <p:nvSpPr>
          <p:cNvPr id="12" name="TextBox 12"/>
          <p:cNvSpPr txBox="1"/>
          <p:nvPr/>
        </p:nvSpPr>
        <p:spPr>
          <a:xfrm>
            <a:off x="0" y="1038225"/>
            <a:ext cx="11646541" cy="9638294"/>
          </a:xfrm>
          <a:prstGeom prst="rect">
            <a:avLst/>
          </a:prstGeom>
        </p:spPr>
        <p:txBody>
          <a:bodyPr lIns="0" tIns="0" rIns="0" bIns="0" rtlCol="0" anchor="t">
            <a:spAutoFit/>
          </a:bodyPr>
          <a:lstStyle/>
          <a:p>
            <a:pPr algn="l">
              <a:lnSpc>
                <a:spcPts val="4810"/>
              </a:lnSpc>
            </a:pPr>
            <a:r>
              <a:rPr lang="en-US" sz="4008" u="sng">
                <a:solidFill>
                  <a:srgbClr val="13394F"/>
                </a:solidFill>
                <a:latin typeface="Lexend Deca"/>
                <a:ea typeface="Lexend Deca"/>
                <a:cs typeface="Lexend Deca"/>
                <a:sym typeface="Lexend Deca"/>
              </a:rPr>
              <a:t>Description</a:t>
            </a:r>
          </a:p>
          <a:p>
            <a:pPr algn="l">
              <a:lnSpc>
                <a:spcPts val="4810"/>
              </a:lnSpc>
            </a:pPr>
            <a:r>
              <a:rPr lang="en-US" sz="4008">
                <a:solidFill>
                  <a:srgbClr val="13394F"/>
                </a:solidFill>
                <a:latin typeface="Lexend Deca"/>
                <a:ea typeface="Lexend Deca"/>
                <a:cs typeface="Lexend Deca"/>
                <a:sym typeface="Lexend Deca"/>
              </a:rPr>
              <a:t>This page allows users to view and</a:t>
            </a:r>
          </a:p>
          <a:p>
            <a:pPr algn="l">
              <a:lnSpc>
                <a:spcPts val="4810"/>
              </a:lnSpc>
            </a:pPr>
            <a:r>
              <a:rPr lang="en-US" sz="4008">
                <a:solidFill>
                  <a:srgbClr val="13394F"/>
                </a:solidFill>
                <a:latin typeface="Lexend Deca"/>
                <a:ea typeface="Lexend Deca"/>
                <a:cs typeface="Lexend Deca"/>
                <a:sym typeface="Lexend Deca"/>
              </a:rPr>
              <a:t>update their personal account information.</a:t>
            </a:r>
          </a:p>
          <a:p>
            <a:pPr algn="l">
              <a:lnSpc>
                <a:spcPts val="4810"/>
              </a:lnSpc>
            </a:pPr>
            <a:endParaRPr lang="en-US" sz="4008">
              <a:solidFill>
                <a:srgbClr val="13394F"/>
              </a:solidFill>
              <a:latin typeface="Lexend Deca"/>
              <a:ea typeface="Lexend Deca"/>
              <a:cs typeface="Lexend Deca"/>
              <a:sym typeface="Lexend Deca"/>
            </a:endParaRPr>
          </a:p>
          <a:p>
            <a:pPr algn="l">
              <a:lnSpc>
                <a:spcPts val="4810"/>
              </a:lnSpc>
            </a:pPr>
            <a:r>
              <a:rPr lang="en-US" sz="4008" u="sng">
                <a:solidFill>
                  <a:srgbClr val="13394F"/>
                </a:solidFill>
                <a:latin typeface="Lexend Deca"/>
                <a:ea typeface="Lexend Deca"/>
                <a:cs typeface="Lexend Deca"/>
                <a:sym typeface="Lexend Deca"/>
              </a:rPr>
              <a:t>Functionalities</a:t>
            </a:r>
          </a:p>
          <a:p>
            <a:pPr marL="865504" lvl="1" indent="-432752" algn="l">
              <a:lnSpc>
                <a:spcPts val="4810"/>
              </a:lnSpc>
              <a:buFont typeface="Arial"/>
              <a:buChar char="•"/>
            </a:pPr>
            <a:r>
              <a:rPr lang="en-US" sz="4008">
                <a:solidFill>
                  <a:srgbClr val="13394F"/>
                </a:solidFill>
                <a:latin typeface="Lexend Deca"/>
                <a:ea typeface="Lexend Deca"/>
                <a:cs typeface="Lexend Deca"/>
                <a:sym typeface="Lexend Deca"/>
              </a:rPr>
              <a:t>View user profile data</a:t>
            </a:r>
          </a:p>
          <a:p>
            <a:pPr marL="865504" lvl="1" indent="-432752" algn="l">
              <a:lnSpc>
                <a:spcPts val="4810"/>
              </a:lnSpc>
              <a:buFont typeface="Arial"/>
              <a:buChar char="•"/>
            </a:pPr>
            <a:r>
              <a:rPr lang="en-US" sz="4008">
                <a:solidFill>
                  <a:srgbClr val="13394F"/>
                </a:solidFill>
                <a:latin typeface="Lexend Deca"/>
                <a:ea typeface="Lexend Deca"/>
                <a:cs typeface="Lexend Deca"/>
                <a:sym typeface="Lexend Deca"/>
              </a:rPr>
              <a:t>Update personal information</a:t>
            </a:r>
          </a:p>
          <a:p>
            <a:pPr marL="865504" lvl="1" indent="-432752" algn="l">
              <a:lnSpc>
                <a:spcPts val="4810"/>
              </a:lnSpc>
              <a:buFont typeface="Arial"/>
              <a:buChar char="•"/>
            </a:pPr>
            <a:r>
              <a:rPr lang="en-US" sz="4008">
                <a:solidFill>
                  <a:srgbClr val="13394F"/>
                </a:solidFill>
                <a:latin typeface="Lexend Deca"/>
                <a:ea typeface="Lexend Deca"/>
                <a:cs typeface="Lexend Deca"/>
                <a:sym typeface="Lexend Deca"/>
              </a:rPr>
              <a:t>Change password</a:t>
            </a:r>
          </a:p>
          <a:p>
            <a:pPr marL="865504" lvl="1" indent="-432752" algn="l">
              <a:lnSpc>
                <a:spcPts val="4810"/>
              </a:lnSpc>
              <a:buFont typeface="Arial"/>
              <a:buChar char="•"/>
            </a:pPr>
            <a:r>
              <a:rPr lang="en-US" sz="4008">
                <a:solidFill>
                  <a:srgbClr val="13394F"/>
                </a:solidFill>
                <a:latin typeface="Lexend Deca"/>
                <a:ea typeface="Lexend Deca"/>
                <a:cs typeface="Lexend Deca"/>
                <a:sym typeface="Lexend Deca"/>
              </a:rPr>
              <a:t>Navigate to :</a:t>
            </a:r>
          </a:p>
          <a:p>
            <a:pPr marL="1731008" lvl="2" indent="-577003" algn="l">
              <a:lnSpc>
                <a:spcPts val="4810"/>
              </a:lnSpc>
              <a:buFont typeface="Arial"/>
              <a:buChar char="⚬"/>
            </a:pPr>
            <a:r>
              <a:rPr lang="en-US" sz="4008">
                <a:solidFill>
                  <a:srgbClr val="13394F"/>
                </a:solidFill>
                <a:latin typeface="Lexend Deca"/>
                <a:ea typeface="Lexend Deca"/>
                <a:cs typeface="Lexend Deca"/>
                <a:sym typeface="Lexend Deca"/>
              </a:rPr>
              <a:t>Booked flights</a:t>
            </a:r>
          </a:p>
          <a:p>
            <a:pPr marL="1731008" lvl="2" indent="-577003" algn="l">
              <a:lnSpc>
                <a:spcPts val="4810"/>
              </a:lnSpc>
              <a:buFont typeface="Arial"/>
              <a:buChar char="⚬"/>
            </a:pPr>
            <a:r>
              <a:rPr lang="en-US" sz="4008">
                <a:solidFill>
                  <a:srgbClr val="13394F"/>
                </a:solidFill>
                <a:latin typeface="Lexend Deca"/>
                <a:ea typeface="Lexend Deca"/>
                <a:cs typeface="Lexend Deca"/>
                <a:sym typeface="Lexend Deca"/>
              </a:rPr>
              <a:t>Flights</a:t>
            </a:r>
          </a:p>
          <a:p>
            <a:pPr algn="l">
              <a:lnSpc>
                <a:spcPts val="4810"/>
              </a:lnSpc>
            </a:pPr>
            <a:endParaRPr lang="en-US" sz="4008">
              <a:solidFill>
                <a:srgbClr val="13394F"/>
              </a:solidFill>
              <a:latin typeface="Lexend Deca"/>
              <a:ea typeface="Lexend Deca"/>
              <a:cs typeface="Lexend Deca"/>
              <a:sym typeface="Lexend Deca"/>
            </a:endParaRPr>
          </a:p>
          <a:p>
            <a:pPr algn="l">
              <a:lnSpc>
                <a:spcPts val="4810"/>
              </a:lnSpc>
            </a:pPr>
            <a:endParaRPr lang="en-US" sz="4008">
              <a:solidFill>
                <a:srgbClr val="13394F"/>
              </a:solidFill>
              <a:latin typeface="Lexend Deca"/>
              <a:ea typeface="Lexend Deca"/>
              <a:cs typeface="Lexend Deca"/>
              <a:sym typeface="Lexend Deca"/>
            </a:endParaRPr>
          </a:p>
          <a:p>
            <a:pPr algn="l">
              <a:lnSpc>
                <a:spcPts val="4810"/>
              </a:lnSpc>
            </a:pPr>
            <a:r>
              <a:rPr lang="en-US" sz="4008" u="sng">
                <a:solidFill>
                  <a:srgbClr val="13394F"/>
                </a:solidFill>
                <a:latin typeface="Lexend Deca"/>
                <a:ea typeface="Lexend Deca"/>
                <a:cs typeface="Lexend Deca"/>
                <a:sym typeface="Lexend Deca"/>
              </a:rPr>
              <a:t>Access Level</a:t>
            </a:r>
          </a:p>
          <a:p>
            <a:pPr algn="l">
              <a:lnSpc>
                <a:spcPts val="4810"/>
              </a:lnSpc>
            </a:pPr>
            <a:r>
              <a:rPr lang="en-US" sz="4008">
                <a:solidFill>
                  <a:srgbClr val="13394F"/>
                </a:solidFill>
                <a:latin typeface="Lexend Deca"/>
                <a:ea typeface="Lexend Deca"/>
                <a:cs typeface="Lexend Deca"/>
                <a:sym typeface="Lexend Deca"/>
              </a:rPr>
              <a:t>User</a:t>
            </a:r>
          </a:p>
          <a:p>
            <a:pPr algn="l">
              <a:lnSpc>
                <a:spcPts val="4810"/>
              </a:lnSpc>
            </a:pPr>
            <a:endParaRPr lang="en-US" sz="4008">
              <a:solidFill>
                <a:srgbClr val="13394F"/>
              </a:solidFill>
              <a:latin typeface="Lexend Deca"/>
              <a:ea typeface="Lexend Deca"/>
              <a:cs typeface="Lexend Deca"/>
              <a:sym typeface="Lexend Deca"/>
            </a:endParaRPr>
          </a:p>
        </p:txBody>
      </p:sp>
      <p:grpSp>
        <p:nvGrpSpPr>
          <p:cNvPr id="13" name="Group 13"/>
          <p:cNvGrpSpPr/>
          <p:nvPr/>
        </p:nvGrpSpPr>
        <p:grpSpPr>
          <a:xfrm>
            <a:off x="10725946" y="718363"/>
            <a:ext cx="7268378" cy="1144855"/>
            <a:chOff x="0" y="0"/>
            <a:chExt cx="8312912" cy="1309381"/>
          </a:xfrm>
        </p:grpSpPr>
        <p:sp>
          <p:nvSpPr>
            <p:cNvPr id="14" name="Freeform 14"/>
            <p:cNvSpPr/>
            <p:nvPr/>
          </p:nvSpPr>
          <p:spPr>
            <a:xfrm>
              <a:off x="0" y="0"/>
              <a:ext cx="8312872" cy="1309429"/>
            </a:xfrm>
            <a:custGeom>
              <a:avLst/>
              <a:gdLst/>
              <a:ahLst/>
              <a:cxnLst/>
              <a:rect l="l" t="t" r="r" b="b"/>
              <a:pathLst>
                <a:path w="8312872" h="1309429">
                  <a:moveTo>
                    <a:pt x="0" y="0"/>
                  </a:moveTo>
                  <a:lnTo>
                    <a:pt x="8312872" y="0"/>
                  </a:lnTo>
                  <a:lnTo>
                    <a:pt x="8312872" y="1309429"/>
                  </a:lnTo>
                  <a:lnTo>
                    <a:pt x="0" y="1309429"/>
                  </a:lnTo>
                  <a:close/>
                </a:path>
              </a:pathLst>
            </a:custGeom>
            <a:solidFill>
              <a:srgbClr val="FFFFFF">
                <a:alpha val="11765"/>
              </a:srgbClr>
            </a:solidFill>
          </p:spPr>
          <p:txBody>
            <a:bodyPr/>
            <a:lstStyle/>
            <a:p>
              <a:endParaRPr lang="en-US"/>
            </a:p>
          </p:txBody>
        </p:sp>
        <p:sp>
          <p:nvSpPr>
            <p:cNvPr id="15" name="TextBox 15"/>
            <p:cNvSpPr txBox="1"/>
            <p:nvPr/>
          </p:nvSpPr>
          <p:spPr>
            <a:xfrm>
              <a:off x="0" y="0"/>
              <a:ext cx="8312912" cy="1309381"/>
            </a:xfrm>
            <a:prstGeom prst="rect">
              <a:avLst/>
            </a:prstGeom>
          </p:spPr>
          <p:txBody>
            <a:bodyPr lIns="59223" tIns="59223" rIns="59223" bIns="59223" rtlCol="0" anchor="ctr"/>
            <a:lstStyle/>
            <a:p>
              <a:pPr algn="ctr">
                <a:lnSpc>
                  <a:spcPts val="5595"/>
                </a:lnSpc>
              </a:pPr>
              <a:r>
                <a:rPr lang="en-US" sz="4663">
                  <a:solidFill>
                    <a:srgbClr val="13394F"/>
                  </a:solidFill>
                  <a:latin typeface="Lexend Deca"/>
                  <a:ea typeface="Lexend Deca"/>
                  <a:cs typeface="Lexend Deca"/>
                  <a:sym typeface="Lexend Deca"/>
                </a:rPr>
                <a:t>3.8 User Account Page</a:t>
              </a:r>
            </a:p>
          </p:txBody>
        </p:sp>
      </p:gr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C8EAFF"/>
        </a:solidFill>
        <a:effectLst/>
      </p:bgPr>
    </p:bg>
    <p:spTree>
      <p:nvGrpSpPr>
        <p:cNvPr id="1" name=""/>
        <p:cNvGrpSpPr/>
        <p:nvPr/>
      </p:nvGrpSpPr>
      <p:grpSpPr>
        <a:xfrm>
          <a:off x="0" y="0"/>
          <a:ext cx="0" cy="0"/>
          <a:chOff x="0" y="0"/>
          <a:chExt cx="0" cy="0"/>
        </a:xfrm>
      </p:grpSpPr>
      <p:sp>
        <p:nvSpPr>
          <p:cNvPr id="2" name="Freeform 2"/>
          <p:cNvSpPr/>
          <p:nvPr/>
        </p:nvSpPr>
        <p:spPr>
          <a:xfrm>
            <a:off x="0" y="0"/>
            <a:ext cx="18288006" cy="10287002"/>
          </a:xfrm>
          <a:custGeom>
            <a:avLst/>
            <a:gdLst/>
            <a:ahLst/>
            <a:cxnLst/>
            <a:rect l="l" t="t" r="r" b="b"/>
            <a:pathLst>
              <a:path w="18288006" h="10287002">
                <a:moveTo>
                  <a:pt x="0" y="0"/>
                </a:moveTo>
                <a:lnTo>
                  <a:pt x="18288006" y="0"/>
                </a:lnTo>
                <a:lnTo>
                  <a:pt x="18288006" y="10287002"/>
                </a:lnTo>
                <a:lnTo>
                  <a:pt x="0" y="10287002"/>
                </a:lnTo>
                <a:lnTo>
                  <a:pt x="0" y="0"/>
                </a:lnTo>
                <a:close/>
              </a:path>
            </a:pathLst>
          </a:custGeom>
          <a:blipFill>
            <a:blip r:embed="rId3">
              <a:alphaModFix amt="57999"/>
            </a:blip>
            <a:stretch>
              <a:fillRect/>
            </a:stretch>
          </a:blipFill>
        </p:spPr>
        <p:txBody>
          <a:bodyPr/>
          <a:lstStyle/>
          <a:p>
            <a:endParaRPr lang="en-US"/>
          </a:p>
        </p:txBody>
      </p:sp>
      <p:sp>
        <p:nvSpPr>
          <p:cNvPr id="3" name="Freeform 3"/>
          <p:cNvSpPr/>
          <p:nvPr/>
        </p:nvSpPr>
        <p:spPr>
          <a:xfrm>
            <a:off x="12668252" y="-1883382"/>
            <a:ext cx="10591798" cy="4572496"/>
          </a:xfrm>
          <a:custGeom>
            <a:avLst/>
            <a:gdLst/>
            <a:ahLst/>
            <a:cxnLst/>
            <a:rect l="l" t="t" r="r" b="b"/>
            <a:pathLst>
              <a:path w="10591798" h="4572496">
                <a:moveTo>
                  <a:pt x="0" y="0"/>
                </a:moveTo>
                <a:lnTo>
                  <a:pt x="10591798" y="0"/>
                </a:lnTo>
                <a:lnTo>
                  <a:pt x="10591798" y="4572496"/>
                </a:lnTo>
                <a:lnTo>
                  <a:pt x="0" y="4572496"/>
                </a:lnTo>
                <a:lnTo>
                  <a:pt x="0" y="0"/>
                </a:lnTo>
                <a:close/>
              </a:path>
            </a:pathLst>
          </a:custGeom>
          <a:blipFill>
            <a:blip r:embed="rId4"/>
            <a:stretch>
              <a:fillRect/>
            </a:stretch>
          </a:blipFill>
        </p:spPr>
        <p:txBody>
          <a:bodyPr/>
          <a:lstStyle/>
          <a:p>
            <a:endParaRPr lang="en-US"/>
          </a:p>
        </p:txBody>
      </p:sp>
      <p:sp>
        <p:nvSpPr>
          <p:cNvPr id="4" name="Freeform 4"/>
          <p:cNvSpPr/>
          <p:nvPr/>
        </p:nvSpPr>
        <p:spPr>
          <a:xfrm>
            <a:off x="11565652" y="7300104"/>
            <a:ext cx="10591798" cy="4503776"/>
          </a:xfrm>
          <a:custGeom>
            <a:avLst/>
            <a:gdLst/>
            <a:ahLst/>
            <a:cxnLst/>
            <a:rect l="l" t="t" r="r" b="b"/>
            <a:pathLst>
              <a:path w="10591798" h="4503776">
                <a:moveTo>
                  <a:pt x="0" y="0"/>
                </a:moveTo>
                <a:lnTo>
                  <a:pt x="10591798" y="0"/>
                </a:lnTo>
                <a:lnTo>
                  <a:pt x="10591798" y="4503776"/>
                </a:lnTo>
                <a:lnTo>
                  <a:pt x="0" y="4503776"/>
                </a:lnTo>
                <a:lnTo>
                  <a:pt x="0" y="0"/>
                </a:lnTo>
                <a:close/>
              </a:path>
            </a:pathLst>
          </a:custGeom>
          <a:blipFill>
            <a:blip r:embed="rId5"/>
            <a:stretch>
              <a:fillRect/>
            </a:stretch>
          </a:blipFill>
        </p:spPr>
        <p:txBody>
          <a:bodyPr/>
          <a:lstStyle/>
          <a:p>
            <a:endParaRPr lang="en-US"/>
          </a:p>
        </p:txBody>
      </p:sp>
      <p:sp>
        <p:nvSpPr>
          <p:cNvPr id="5" name="Freeform 5"/>
          <p:cNvSpPr/>
          <p:nvPr/>
        </p:nvSpPr>
        <p:spPr>
          <a:xfrm flipH="1">
            <a:off x="-4686298" y="-1883380"/>
            <a:ext cx="10591796" cy="4814492"/>
          </a:xfrm>
          <a:custGeom>
            <a:avLst/>
            <a:gdLst/>
            <a:ahLst/>
            <a:cxnLst/>
            <a:rect l="l" t="t" r="r" b="b"/>
            <a:pathLst>
              <a:path w="10591796" h="4814492">
                <a:moveTo>
                  <a:pt x="10591796" y="0"/>
                </a:moveTo>
                <a:lnTo>
                  <a:pt x="0" y="0"/>
                </a:lnTo>
                <a:lnTo>
                  <a:pt x="0" y="4814492"/>
                </a:lnTo>
                <a:lnTo>
                  <a:pt x="10591796" y="4814492"/>
                </a:lnTo>
                <a:lnTo>
                  <a:pt x="10591796" y="0"/>
                </a:lnTo>
                <a:close/>
              </a:path>
            </a:pathLst>
          </a:custGeom>
          <a:blipFill>
            <a:blip r:embed="rId6"/>
            <a:stretch>
              <a:fillRect/>
            </a:stretch>
          </a:blipFill>
        </p:spPr>
        <p:txBody>
          <a:bodyPr/>
          <a:lstStyle/>
          <a:p>
            <a:endParaRPr lang="en-US"/>
          </a:p>
        </p:txBody>
      </p:sp>
      <p:sp>
        <p:nvSpPr>
          <p:cNvPr id="6" name="Freeform 6"/>
          <p:cNvSpPr/>
          <p:nvPr/>
        </p:nvSpPr>
        <p:spPr>
          <a:xfrm>
            <a:off x="15042189" y="8257445"/>
            <a:ext cx="4154838" cy="4109514"/>
          </a:xfrm>
          <a:custGeom>
            <a:avLst/>
            <a:gdLst/>
            <a:ahLst/>
            <a:cxnLst/>
            <a:rect l="l" t="t" r="r" b="b"/>
            <a:pathLst>
              <a:path w="4154838" h="4109514">
                <a:moveTo>
                  <a:pt x="0" y="0"/>
                </a:moveTo>
                <a:lnTo>
                  <a:pt x="4154838" y="0"/>
                </a:lnTo>
                <a:lnTo>
                  <a:pt x="4154838" y="4109514"/>
                </a:lnTo>
                <a:lnTo>
                  <a:pt x="0" y="4109514"/>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US"/>
          </a:p>
        </p:txBody>
      </p:sp>
      <p:sp>
        <p:nvSpPr>
          <p:cNvPr id="7" name="Freeform 7"/>
          <p:cNvSpPr/>
          <p:nvPr/>
        </p:nvSpPr>
        <p:spPr>
          <a:xfrm>
            <a:off x="8077200" y="-666750"/>
            <a:ext cx="10706100" cy="5886450"/>
          </a:xfrm>
          <a:custGeom>
            <a:avLst/>
            <a:gdLst/>
            <a:ahLst/>
            <a:cxnLst/>
            <a:rect l="l" t="t" r="r" b="b"/>
            <a:pathLst>
              <a:path w="10706100" h="5886450">
                <a:moveTo>
                  <a:pt x="0" y="0"/>
                </a:moveTo>
                <a:lnTo>
                  <a:pt x="10706100" y="0"/>
                </a:lnTo>
                <a:lnTo>
                  <a:pt x="10706100" y="5886450"/>
                </a:lnTo>
                <a:lnTo>
                  <a:pt x="0" y="5886450"/>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US"/>
          </a:p>
        </p:txBody>
      </p:sp>
      <p:sp>
        <p:nvSpPr>
          <p:cNvPr id="8" name="Freeform 8"/>
          <p:cNvSpPr/>
          <p:nvPr/>
        </p:nvSpPr>
        <p:spPr>
          <a:xfrm>
            <a:off x="-590550" y="7429500"/>
            <a:ext cx="15773400" cy="3714750"/>
          </a:xfrm>
          <a:custGeom>
            <a:avLst/>
            <a:gdLst/>
            <a:ahLst/>
            <a:cxnLst/>
            <a:rect l="l" t="t" r="r" b="b"/>
            <a:pathLst>
              <a:path w="15773400" h="3714750">
                <a:moveTo>
                  <a:pt x="0" y="0"/>
                </a:moveTo>
                <a:lnTo>
                  <a:pt x="15773400" y="0"/>
                </a:lnTo>
                <a:lnTo>
                  <a:pt x="15773400" y="3714750"/>
                </a:lnTo>
                <a:lnTo>
                  <a:pt x="0" y="3714750"/>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txBody>
          <a:bodyPr/>
          <a:lstStyle/>
          <a:p>
            <a:endParaRPr lang="en-US"/>
          </a:p>
        </p:txBody>
      </p:sp>
      <p:sp>
        <p:nvSpPr>
          <p:cNvPr id="9" name="Freeform 9"/>
          <p:cNvSpPr/>
          <p:nvPr/>
        </p:nvSpPr>
        <p:spPr>
          <a:xfrm>
            <a:off x="609600" y="711601"/>
            <a:ext cx="16510008" cy="8258679"/>
          </a:xfrm>
          <a:custGeom>
            <a:avLst/>
            <a:gdLst/>
            <a:ahLst/>
            <a:cxnLst/>
            <a:rect l="l" t="t" r="r" b="b"/>
            <a:pathLst>
              <a:path w="16510008" h="8258679">
                <a:moveTo>
                  <a:pt x="0" y="0"/>
                </a:moveTo>
                <a:lnTo>
                  <a:pt x="16510008" y="0"/>
                </a:lnTo>
                <a:lnTo>
                  <a:pt x="16510008" y="8258680"/>
                </a:lnTo>
                <a:lnTo>
                  <a:pt x="0" y="8258680"/>
                </a:lnTo>
                <a:lnTo>
                  <a:pt x="0" y="0"/>
                </a:lnTo>
                <a:close/>
              </a:path>
            </a:pathLst>
          </a:custGeom>
          <a:blipFill>
            <a:blip r:embed="rId13"/>
            <a:stretch>
              <a:fillRect t="-39" r="-374" b="-39"/>
            </a:stretch>
          </a:blipFill>
        </p:spPr>
        <p:txBody>
          <a:bodyPr/>
          <a:lstStyle/>
          <a:p>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C8EAFF"/>
        </a:solidFill>
        <a:effectLst/>
      </p:bgPr>
    </p:bg>
    <p:spTree>
      <p:nvGrpSpPr>
        <p:cNvPr id="1" name=""/>
        <p:cNvGrpSpPr/>
        <p:nvPr/>
      </p:nvGrpSpPr>
      <p:grpSpPr>
        <a:xfrm>
          <a:off x="0" y="0"/>
          <a:ext cx="0" cy="0"/>
          <a:chOff x="0" y="0"/>
          <a:chExt cx="0" cy="0"/>
        </a:xfrm>
      </p:grpSpPr>
      <p:sp>
        <p:nvSpPr>
          <p:cNvPr id="2" name="Freeform 2"/>
          <p:cNvSpPr/>
          <p:nvPr/>
        </p:nvSpPr>
        <p:spPr>
          <a:xfrm>
            <a:off x="0" y="0"/>
            <a:ext cx="18288006" cy="10287002"/>
          </a:xfrm>
          <a:custGeom>
            <a:avLst/>
            <a:gdLst/>
            <a:ahLst/>
            <a:cxnLst/>
            <a:rect l="l" t="t" r="r" b="b"/>
            <a:pathLst>
              <a:path w="18288006" h="10287002">
                <a:moveTo>
                  <a:pt x="0" y="0"/>
                </a:moveTo>
                <a:lnTo>
                  <a:pt x="18288006" y="0"/>
                </a:lnTo>
                <a:lnTo>
                  <a:pt x="18288006" y="10287002"/>
                </a:lnTo>
                <a:lnTo>
                  <a:pt x="0" y="10287002"/>
                </a:lnTo>
                <a:lnTo>
                  <a:pt x="0" y="0"/>
                </a:lnTo>
                <a:close/>
              </a:path>
            </a:pathLst>
          </a:custGeom>
          <a:blipFill>
            <a:blip r:embed="rId3">
              <a:alphaModFix amt="57999"/>
            </a:blip>
            <a:stretch>
              <a:fillRect/>
            </a:stretch>
          </a:blipFill>
        </p:spPr>
        <p:txBody>
          <a:bodyPr/>
          <a:lstStyle/>
          <a:p>
            <a:endParaRPr lang="en-US"/>
          </a:p>
        </p:txBody>
      </p:sp>
      <p:sp>
        <p:nvSpPr>
          <p:cNvPr id="3" name="Freeform 3"/>
          <p:cNvSpPr/>
          <p:nvPr/>
        </p:nvSpPr>
        <p:spPr>
          <a:xfrm>
            <a:off x="9563102" y="6385612"/>
            <a:ext cx="10591798" cy="5081356"/>
          </a:xfrm>
          <a:custGeom>
            <a:avLst/>
            <a:gdLst/>
            <a:ahLst/>
            <a:cxnLst/>
            <a:rect l="l" t="t" r="r" b="b"/>
            <a:pathLst>
              <a:path w="10591798" h="5081356">
                <a:moveTo>
                  <a:pt x="0" y="0"/>
                </a:moveTo>
                <a:lnTo>
                  <a:pt x="10591798" y="0"/>
                </a:lnTo>
                <a:lnTo>
                  <a:pt x="10591798" y="5081356"/>
                </a:lnTo>
                <a:lnTo>
                  <a:pt x="0" y="5081356"/>
                </a:lnTo>
                <a:lnTo>
                  <a:pt x="0" y="0"/>
                </a:lnTo>
                <a:close/>
              </a:path>
            </a:pathLst>
          </a:custGeom>
          <a:blipFill>
            <a:blip r:embed="rId4"/>
            <a:stretch>
              <a:fillRect/>
            </a:stretch>
          </a:blipFill>
        </p:spPr>
        <p:txBody>
          <a:bodyPr/>
          <a:lstStyle/>
          <a:p>
            <a:endParaRPr lang="en-US"/>
          </a:p>
        </p:txBody>
      </p:sp>
      <p:sp>
        <p:nvSpPr>
          <p:cNvPr id="4" name="Freeform 4"/>
          <p:cNvSpPr/>
          <p:nvPr/>
        </p:nvSpPr>
        <p:spPr>
          <a:xfrm>
            <a:off x="-2324098" y="6921768"/>
            <a:ext cx="10591798" cy="4572496"/>
          </a:xfrm>
          <a:custGeom>
            <a:avLst/>
            <a:gdLst/>
            <a:ahLst/>
            <a:cxnLst/>
            <a:rect l="l" t="t" r="r" b="b"/>
            <a:pathLst>
              <a:path w="10591798" h="4572496">
                <a:moveTo>
                  <a:pt x="0" y="0"/>
                </a:moveTo>
                <a:lnTo>
                  <a:pt x="10591798" y="0"/>
                </a:lnTo>
                <a:lnTo>
                  <a:pt x="10591798" y="4572496"/>
                </a:lnTo>
                <a:lnTo>
                  <a:pt x="0" y="4572496"/>
                </a:lnTo>
                <a:lnTo>
                  <a:pt x="0" y="0"/>
                </a:lnTo>
                <a:close/>
              </a:path>
            </a:pathLst>
          </a:custGeom>
          <a:blipFill>
            <a:blip r:embed="rId5"/>
            <a:stretch>
              <a:fillRect/>
            </a:stretch>
          </a:blipFill>
        </p:spPr>
        <p:txBody>
          <a:bodyPr/>
          <a:lstStyle/>
          <a:p>
            <a:endParaRPr lang="en-US"/>
          </a:p>
        </p:txBody>
      </p:sp>
      <p:sp>
        <p:nvSpPr>
          <p:cNvPr id="5" name="Freeform 5"/>
          <p:cNvSpPr/>
          <p:nvPr/>
        </p:nvSpPr>
        <p:spPr>
          <a:xfrm>
            <a:off x="-816648" y="213894"/>
            <a:ext cx="7103150" cy="10873200"/>
          </a:xfrm>
          <a:custGeom>
            <a:avLst/>
            <a:gdLst/>
            <a:ahLst/>
            <a:cxnLst/>
            <a:rect l="l" t="t" r="r" b="b"/>
            <a:pathLst>
              <a:path w="7103150" h="10873200">
                <a:moveTo>
                  <a:pt x="0" y="0"/>
                </a:moveTo>
                <a:lnTo>
                  <a:pt x="7103150" y="0"/>
                </a:lnTo>
                <a:lnTo>
                  <a:pt x="7103150" y="10873200"/>
                </a:lnTo>
                <a:lnTo>
                  <a:pt x="0" y="108732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6" name="Freeform 6"/>
          <p:cNvSpPr/>
          <p:nvPr/>
        </p:nvSpPr>
        <p:spPr>
          <a:xfrm>
            <a:off x="3638550" y="8062618"/>
            <a:ext cx="15392400" cy="2700650"/>
          </a:xfrm>
          <a:custGeom>
            <a:avLst/>
            <a:gdLst/>
            <a:ahLst/>
            <a:cxnLst/>
            <a:rect l="l" t="t" r="r" b="b"/>
            <a:pathLst>
              <a:path w="15392400" h="2700650">
                <a:moveTo>
                  <a:pt x="0" y="0"/>
                </a:moveTo>
                <a:lnTo>
                  <a:pt x="15392400" y="0"/>
                </a:lnTo>
                <a:lnTo>
                  <a:pt x="15392400" y="2700650"/>
                </a:lnTo>
                <a:lnTo>
                  <a:pt x="0" y="270065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US"/>
          </a:p>
        </p:txBody>
      </p:sp>
      <p:sp>
        <p:nvSpPr>
          <p:cNvPr id="7" name="Freeform 7"/>
          <p:cNvSpPr/>
          <p:nvPr/>
        </p:nvSpPr>
        <p:spPr>
          <a:xfrm>
            <a:off x="5682035" y="5650494"/>
            <a:ext cx="4501864" cy="4202613"/>
          </a:xfrm>
          <a:custGeom>
            <a:avLst/>
            <a:gdLst/>
            <a:ahLst/>
            <a:cxnLst/>
            <a:rect l="l" t="t" r="r" b="b"/>
            <a:pathLst>
              <a:path w="4501864" h="4202613">
                <a:moveTo>
                  <a:pt x="0" y="0"/>
                </a:moveTo>
                <a:lnTo>
                  <a:pt x="4501864" y="0"/>
                </a:lnTo>
                <a:lnTo>
                  <a:pt x="4501864" y="4202613"/>
                </a:lnTo>
                <a:lnTo>
                  <a:pt x="0" y="4202613"/>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US"/>
          </a:p>
        </p:txBody>
      </p:sp>
      <p:sp>
        <p:nvSpPr>
          <p:cNvPr id="8" name="Freeform 8"/>
          <p:cNvSpPr/>
          <p:nvPr/>
        </p:nvSpPr>
        <p:spPr>
          <a:xfrm>
            <a:off x="10987323" y="2423404"/>
            <a:ext cx="7007000" cy="5440192"/>
          </a:xfrm>
          <a:custGeom>
            <a:avLst/>
            <a:gdLst/>
            <a:ahLst/>
            <a:cxnLst/>
            <a:rect l="l" t="t" r="r" b="b"/>
            <a:pathLst>
              <a:path w="7007000" h="5440192">
                <a:moveTo>
                  <a:pt x="0" y="0"/>
                </a:moveTo>
                <a:lnTo>
                  <a:pt x="7007000" y="0"/>
                </a:lnTo>
                <a:lnTo>
                  <a:pt x="7007000" y="5440192"/>
                </a:lnTo>
                <a:lnTo>
                  <a:pt x="0" y="5440192"/>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endParaRPr lang="en-US"/>
          </a:p>
        </p:txBody>
      </p:sp>
      <p:grpSp>
        <p:nvGrpSpPr>
          <p:cNvPr id="9" name="Group 9"/>
          <p:cNvGrpSpPr/>
          <p:nvPr/>
        </p:nvGrpSpPr>
        <p:grpSpPr>
          <a:xfrm>
            <a:off x="15722244" y="6667646"/>
            <a:ext cx="284400" cy="284400"/>
            <a:chOff x="0" y="0"/>
            <a:chExt cx="379200" cy="379200"/>
          </a:xfrm>
        </p:grpSpPr>
        <p:sp>
          <p:nvSpPr>
            <p:cNvPr id="10" name="Freeform 10"/>
            <p:cNvSpPr/>
            <p:nvPr/>
          </p:nvSpPr>
          <p:spPr>
            <a:xfrm>
              <a:off x="0" y="0"/>
              <a:ext cx="379222" cy="379222"/>
            </a:xfrm>
            <a:custGeom>
              <a:avLst/>
              <a:gdLst/>
              <a:ahLst/>
              <a:cxnLst/>
              <a:rect l="l" t="t" r="r" b="b"/>
              <a:pathLst>
                <a:path w="379222" h="379222">
                  <a:moveTo>
                    <a:pt x="0" y="189611"/>
                  </a:moveTo>
                  <a:cubicBezTo>
                    <a:pt x="0" y="84836"/>
                    <a:pt x="84836" y="0"/>
                    <a:pt x="189611" y="0"/>
                  </a:cubicBezTo>
                  <a:cubicBezTo>
                    <a:pt x="294386" y="0"/>
                    <a:pt x="379222" y="84836"/>
                    <a:pt x="379222" y="189611"/>
                  </a:cubicBezTo>
                  <a:cubicBezTo>
                    <a:pt x="379222" y="294386"/>
                    <a:pt x="294259" y="379222"/>
                    <a:pt x="189611" y="379222"/>
                  </a:cubicBezTo>
                  <a:cubicBezTo>
                    <a:pt x="84963" y="379222"/>
                    <a:pt x="0" y="294259"/>
                    <a:pt x="0" y="189611"/>
                  </a:cubicBezTo>
                  <a:close/>
                </a:path>
              </a:pathLst>
            </a:custGeom>
            <a:solidFill>
              <a:srgbClr val="D6D4B2"/>
            </a:solidFill>
          </p:spPr>
          <p:txBody>
            <a:bodyPr/>
            <a:lstStyle/>
            <a:p>
              <a:endParaRPr lang="en-US"/>
            </a:p>
          </p:txBody>
        </p:sp>
      </p:grpSp>
      <p:sp>
        <p:nvSpPr>
          <p:cNvPr id="11" name="Freeform 11"/>
          <p:cNvSpPr/>
          <p:nvPr/>
        </p:nvSpPr>
        <p:spPr>
          <a:xfrm>
            <a:off x="11381523" y="2895423"/>
            <a:ext cx="6218600" cy="3490189"/>
          </a:xfrm>
          <a:custGeom>
            <a:avLst/>
            <a:gdLst/>
            <a:ahLst/>
            <a:cxnLst/>
            <a:rect l="l" t="t" r="r" b="b"/>
            <a:pathLst>
              <a:path w="6218600" h="3490189">
                <a:moveTo>
                  <a:pt x="0" y="0"/>
                </a:moveTo>
                <a:lnTo>
                  <a:pt x="6218600" y="0"/>
                </a:lnTo>
                <a:lnTo>
                  <a:pt x="6218600" y="3490189"/>
                </a:lnTo>
                <a:lnTo>
                  <a:pt x="0" y="3490189"/>
                </a:lnTo>
                <a:lnTo>
                  <a:pt x="0" y="0"/>
                </a:lnTo>
                <a:close/>
              </a:path>
            </a:pathLst>
          </a:custGeom>
          <a:blipFill>
            <a:blip r:embed="rId14"/>
            <a:stretch>
              <a:fillRect/>
            </a:stretch>
          </a:blipFill>
        </p:spPr>
        <p:txBody>
          <a:bodyPr/>
          <a:lstStyle/>
          <a:p>
            <a:endParaRPr lang="en-US"/>
          </a:p>
        </p:txBody>
      </p:sp>
      <p:sp>
        <p:nvSpPr>
          <p:cNvPr id="12" name="TextBox 12"/>
          <p:cNvSpPr txBox="1"/>
          <p:nvPr/>
        </p:nvSpPr>
        <p:spPr>
          <a:xfrm>
            <a:off x="0" y="1038225"/>
            <a:ext cx="11646541" cy="8524875"/>
          </a:xfrm>
          <a:prstGeom prst="rect">
            <a:avLst/>
          </a:prstGeom>
        </p:spPr>
        <p:txBody>
          <a:bodyPr lIns="0" tIns="0" rIns="0" bIns="0" rtlCol="0" anchor="t">
            <a:spAutoFit/>
          </a:bodyPr>
          <a:lstStyle/>
          <a:p>
            <a:pPr algn="l">
              <a:lnSpc>
                <a:spcPts val="4810"/>
              </a:lnSpc>
            </a:pPr>
            <a:r>
              <a:rPr lang="en-US" sz="4008" u="sng">
                <a:solidFill>
                  <a:srgbClr val="13394F"/>
                </a:solidFill>
                <a:latin typeface="Lexend Deca"/>
                <a:ea typeface="Lexend Deca"/>
                <a:cs typeface="Lexend Deca"/>
                <a:sym typeface="Lexend Deca"/>
              </a:rPr>
              <a:t>Description</a:t>
            </a:r>
          </a:p>
          <a:p>
            <a:pPr algn="l">
              <a:lnSpc>
                <a:spcPts val="4810"/>
              </a:lnSpc>
            </a:pPr>
            <a:r>
              <a:rPr lang="en-US" sz="4008">
                <a:solidFill>
                  <a:srgbClr val="13394F"/>
                </a:solidFill>
                <a:latin typeface="Lexend Deca"/>
                <a:ea typeface="Lexend Deca"/>
                <a:cs typeface="Lexend Deca"/>
                <a:sym typeface="Lexend Deca"/>
              </a:rPr>
              <a:t>This page is the main dashboard for administrators after login.</a:t>
            </a:r>
          </a:p>
          <a:p>
            <a:pPr algn="l">
              <a:lnSpc>
                <a:spcPts val="4810"/>
              </a:lnSpc>
            </a:pPr>
            <a:endParaRPr lang="en-US" sz="4008">
              <a:solidFill>
                <a:srgbClr val="13394F"/>
              </a:solidFill>
              <a:latin typeface="Lexend Deca"/>
              <a:ea typeface="Lexend Deca"/>
              <a:cs typeface="Lexend Deca"/>
              <a:sym typeface="Lexend Deca"/>
            </a:endParaRPr>
          </a:p>
          <a:p>
            <a:pPr algn="l">
              <a:lnSpc>
                <a:spcPts val="4810"/>
              </a:lnSpc>
            </a:pPr>
            <a:r>
              <a:rPr lang="en-US" sz="4008" u="sng">
                <a:solidFill>
                  <a:srgbClr val="13394F"/>
                </a:solidFill>
                <a:latin typeface="Lexend Deca"/>
                <a:ea typeface="Lexend Deca"/>
                <a:cs typeface="Lexend Deca"/>
                <a:sym typeface="Lexend Deca"/>
              </a:rPr>
              <a:t>Functionalities</a:t>
            </a:r>
          </a:p>
          <a:p>
            <a:pPr marL="865504" lvl="1" indent="-432752" algn="l">
              <a:lnSpc>
                <a:spcPts val="4810"/>
              </a:lnSpc>
              <a:buFont typeface="Arial"/>
              <a:buChar char="•"/>
            </a:pPr>
            <a:r>
              <a:rPr lang="en-US" sz="4008">
                <a:solidFill>
                  <a:srgbClr val="13394F"/>
                </a:solidFill>
                <a:latin typeface="Lexend Deca"/>
                <a:ea typeface="Lexend Deca"/>
                <a:cs typeface="Lexend Deca"/>
                <a:sym typeface="Lexend Deca"/>
              </a:rPr>
              <a:t>View all flights</a:t>
            </a:r>
          </a:p>
          <a:p>
            <a:pPr marL="865504" lvl="1" indent="-432752" algn="l">
              <a:lnSpc>
                <a:spcPts val="4810"/>
              </a:lnSpc>
              <a:buFont typeface="Arial"/>
              <a:buChar char="•"/>
            </a:pPr>
            <a:r>
              <a:rPr lang="en-US" sz="4008">
                <a:solidFill>
                  <a:srgbClr val="13394F"/>
                </a:solidFill>
                <a:latin typeface="Lexend Deca"/>
                <a:ea typeface="Lexend Deca"/>
                <a:cs typeface="Lexend Deca"/>
                <a:sym typeface="Lexend Deca"/>
              </a:rPr>
              <a:t>Navigate to:</a:t>
            </a:r>
          </a:p>
          <a:p>
            <a:pPr marL="1731007" lvl="2" indent="-577002" algn="l">
              <a:lnSpc>
                <a:spcPts val="4810"/>
              </a:lnSpc>
              <a:buFont typeface="Arial"/>
              <a:buChar char="⚬"/>
            </a:pPr>
            <a:r>
              <a:rPr lang="en-US" sz="4008">
                <a:solidFill>
                  <a:srgbClr val="13394F"/>
                </a:solidFill>
                <a:latin typeface="Lexend Deca"/>
                <a:ea typeface="Lexend Deca"/>
                <a:cs typeface="Lexend Deca"/>
                <a:sym typeface="Lexend Deca"/>
              </a:rPr>
              <a:t>Manage flights</a:t>
            </a:r>
          </a:p>
          <a:p>
            <a:pPr marL="1731007" lvl="2" indent="-577002" algn="l">
              <a:lnSpc>
                <a:spcPts val="4810"/>
              </a:lnSpc>
              <a:buFont typeface="Arial"/>
              <a:buChar char="⚬"/>
            </a:pPr>
            <a:r>
              <a:rPr lang="en-US" sz="4008">
                <a:solidFill>
                  <a:srgbClr val="13394F"/>
                </a:solidFill>
                <a:latin typeface="Lexend Deca"/>
                <a:ea typeface="Lexend Deca"/>
                <a:cs typeface="Lexend Deca"/>
                <a:sym typeface="Lexend Deca"/>
              </a:rPr>
              <a:t>Manage airports</a:t>
            </a:r>
          </a:p>
          <a:p>
            <a:pPr marL="1731007" lvl="2" indent="-577002" algn="l">
              <a:lnSpc>
                <a:spcPts val="4810"/>
              </a:lnSpc>
              <a:buFont typeface="Arial"/>
              <a:buChar char="⚬"/>
            </a:pPr>
            <a:r>
              <a:rPr lang="en-US" sz="4008">
                <a:solidFill>
                  <a:srgbClr val="13394F"/>
                </a:solidFill>
                <a:latin typeface="Lexend Deca"/>
                <a:ea typeface="Lexend Deca"/>
                <a:cs typeface="Lexend Deca"/>
                <a:sym typeface="Lexend Deca"/>
              </a:rPr>
              <a:t>Admin account</a:t>
            </a:r>
          </a:p>
          <a:p>
            <a:pPr algn="l">
              <a:lnSpc>
                <a:spcPts val="4810"/>
              </a:lnSpc>
            </a:pPr>
            <a:endParaRPr lang="en-US" sz="4008">
              <a:solidFill>
                <a:srgbClr val="13394F"/>
              </a:solidFill>
              <a:latin typeface="Lexend Deca"/>
              <a:ea typeface="Lexend Deca"/>
              <a:cs typeface="Lexend Deca"/>
              <a:sym typeface="Lexend Deca"/>
            </a:endParaRPr>
          </a:p>
          <a:p>
            <a:pPr algn="l">
              <a:lnSpc>
                <a:spcPts val="4810"/>
              </a:lnSpc>
            </a:pPr>
            <a:r>
              <a:rPr lang="en-US" sz="4008" u="sng">
                <a:solidFill>
                  <a:srgbClr val="13394F"/>
                </a:solidFill>
                <a:latin typeface="Lexend Deca"/>
                <a:ea typeface="Lexend Deca"/>
                <a:cs typeface="Lexend Deca"/>
                <a:sym typeface="Lexend Deca"/>
              </a:rPr>
              <a:t>Access Level</a:t>
            </a:r>
          </a:p>
          <a:p>
            <a:pPr algn="l">
              <a:lnSpc>
                <a:spcPts val="4810"/>
              </a:lnSpc>
            </a:pPr>
            <a:r>
              <a:rPr lang="en-US" sz="4008">
                <a:solidFill>
                  <a:srgbClr val="13394F"/>
                </a:solidFill>
                <a:latin typeface="Lexend Deca"/>
                <a:ea typeface="Lexend Deca"/>
                <a:cs typeface="Lexend Deca"/>
                <a:sym typeface="Lexend Deca"/>
              </a:rPr>
              <a:t>Admin</a:t>
            </a:r>
          </a:p>
          <a:p>
            <a:pPr algn="l">
              <a:lnSpc>
                <a:spcPts val="4810"/>
              </a:lnSpc>
            </a:pPr>
            <a:endParaRPr lang="en-US" sz="4008">
              <a:solidFill>
                <a:srgbClr val="13394F"/>
              </a:solidFill>
              <a:latin typeface="Lexend Deca"/>
              <a:ea typeface="Lexend Deca"/>
              <a:cs typeface="Lexend Deca"/>
              <a:sym typeface="Lexend Deca"/>
            </a:endParaRPr>
          </a:p>
        </p:txBody>
      </p:sp>
      <p:grpSp>
        <p:nvGrpSpPr>
          <p:cNvPr id="13" name="Group 13"/>
          <p:cNvGrpSpPr/>
          <p:nvPr/>
        </p:nvGrpSpPr>
        <p:grpSpPr>
          <a:xfrm>
            <a:off x="10769160" y="711949"/>
            <a:ext cx="7075401" cy="1144855"/>
            <a:chOff x="0" y="0"/>
            <a:chExt cx="8092203" cy="1309381"/>
          </a:xfrm>
        </p:grpSpPr>
        <p:sp>
          <p:nvSpPr>
            <p:cNvPr id="14" name="Freeform 14"/>
            <p:cNvSpPr/>
            <p:nvPr/>
          </p:nvSpPr>
          <p:spPr>
            <a:xfrm>
              <a:off x="0" y="0"/>
              <a:ext cx="8092164" cy="1309429"/>
            </a:xfrm>
            <a:custGeom>
              <a:avLst/>
              <a:gdLst/>
              <a:ahLst/>
              <a:cxnLst/>
              <a:rect l="l" t="t" r="r" b="b"/>
              <a:pathLst>
                <a:path w="8092164" h="1309429">
                  <a:moveTo>
                    <a:pt x="0" y="0"/>
                  </a:moveTo>
                  <a:lnTo>
                    <a:pt x="8092164" y="0"/>
                  </a:lnTo>
                  <a:lnTo>
                    <a:pt x="8092164" y="1309429"/>
                  </a:lnTo>
                  <a:lnTo>
                    <a:pt x="0" y="1309429"/>
                  </a:lnTo>
                  <a:close/>
                </a:path>
              </a:pathLst>
            </a:custGeom>
            <a:solidFill>
              <a:srgbClr val="FFFFFF">
                <a:alpha val="11765"/>
              </a:srgbClr>
            </a:solidFill>
          </p:spPr>
          <p:txBody>
            <a:bodyPr/>
            <a:lstStyle/>
            <a:p>
              <a:endParaRPr lang="en-US"/>
            </a:p>
          </p:txBody>
        </p:sp>
        <p:sp>
          <p:nvSpPr>
            <p:cNvPr id="15" name="TextBox 15"/>
            <p:cNvSpPr txBox="1"/>
            <p:nvPr/>
          </p:nvSpPr>
          <p:spPr>
            <a:xfrm>
              <a:off x="0" y="0"/>
              <a:ext cx="8092203" cy="1309381"/>
            </a:xfrm>
            <a:prstGeom prst="rect">
              <a:avLst/>
            </a:prstGeom>
          </p:spPr>
          <p:txBody>
            <a:bodyPr lIns="59223" tIns="59223" rIns="59223" bIns="59223" rtlCol="0" anchor="ctr"/>
            <a:lstStyle/>
            <a:p>
              <a:pPr algn="ctr">
                <a:lnSpc>
                  <a:spcPts val="5595"/>
                </a:lnSpc>
              </a:pPr>
              <a:r>
                <a:rPr lang="en-US" sz="4663">
                  <a:solidFill>
                    <a:srgbClr val="13394F"/>
                  </a:solidFill>
                  <a:latin typeface="Lexend Deca"/>
                  <a:ea typeface="Lexend Deca"/>
                  <a:cs typeface="Lexend Deca"/>
                  <a:sym typeface="Lexend Deca"/>
                </a:rPr>
                <a:t>3.9 Admin Main Page</a:t>
              </a:r>
            </a:p>
          </p:txBody>
        </p:sp>
      </p:gr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C8EAFF"/>
        </a:solidFill>
        <a:effectLst/>
      </p:bgPr>
    </p:bg>
    <p:spTree>
      <p:nvGrpSpPr>
        <p:cNvPr id="1" name=""/>
        <p:cNvGrpSpPr/>
        <p:nvPr/>
      </p:nvGrpSpPr>
      <p:grpSpPr>
        <a:xfrm>
          <a:off x="0" y="0"/>
          <a:ext cx="0" cy="0"/>
          <a:chOff x="0" y="0"/>
          <a:chExt cx="0" cy="0"/>
        </a:xfrm>
      </p:grpSpPr>
      <p:sp>
        <p:nvSpPr>
          <p:cNvPr id="2" name="Freeform 2"/>
          <p:cNvSpPr/>
          <p:nvPr/>
        </p:nvSpPr>
        <p:spPr>
          <a:xfrm>
            <a:off x="0" y="0"/>
            <a:ext cx="18288006" cy="10287002"/>
          </a:xfrm>
          <a:custGeom>
            <a:avLst/>
            <a:gdLst/>
            <a:ahLst/>
            <a:cxnLst/>
            <a:rect l="l" t="t" r="r" b="b"/>
            <a:pathLst>
              <a:path w="18288006" h="10287002">
                <a:moveTo>
                  <a:pt x="0" y="0"/>
                </a:moveTo>
                <a:lnTo>
                  <a:pt x="18288006" y="0"/>
                </a:lnTo>
                <a:lnTo>
                  <a:pt x="18288006" y="10287002"/>
                </a:lnTo>
                <a:lnTo>
                  <a:pt x="0" y="10287002"/>
                </a:lnTo>
                <a:lnTo>
                  <a:pt x="0" y="0"/>
                </a:lnTo>
                <a:close/>
              </a:path>
            </a:pathLst>
          </a:custGeom>
          <a:blipFill>
            <a:blip r:embed="rId3">
              <a:alphaModFix amt="57999"/>
            </a:blip>
            <a:stretch>
              <a:fillRect/>
            </a:stretch>
          </a:blipFill>
        </p:spPr>
        <p:txBody>
          <a:bodyPr/>
          <a:lstStyle/>
          <a:p>
            <a:endParaRPr lang="en-US"/>
          </a:p>
        </p:txBody>
      </p:sp>
      <p:sp>
        <p:nvSpPr>
          <p:cNvPr id="3" name="Freeform 3"/>
          <p:cNvSpPr/>
          <p:nvPr/>
        </p:nvSpPr>
        <p:spPr>
          <a:xfrm>
            <a:off x="12668252" y="-1883382"/>
            <a:ext cx="10591798" cy="4572496"/>
          </a:xfrm>
          <a:custGeom>
            <a:avLst/>
            <a:gdLst/>
            <a:ahLst/>
            <a:cxnLst/>
            <a:rect l="l" t="t" r="r" b="b"/>
            <a:pathLst>
              <a:path w="10591798" h="4572496">
                <a:moveTo>
                  <a:pt x="0" y="0"/>
                </a:moveTo>
                <a:lnTo>
                  <a:pt x="10591798" y="0"/>
                </a:lnTo>
                <a:lnTo>
                  <a:pt x="10591798" y="4572496"/>
                </a:lnTo>
                <a:lnTo>
                  <a:pt x="0" y="4572496"/>
                </a:lnTo>
                <a:lnTo>
                  <a:pt x="0" y="0"/>
                </a:lnTo>
                <a:close/>
              </a:path>
            </a:pathLst>
          </a:custGeom>
          <a:blipFill>
            <a:blip r:embed="rId4"/>
            <a:stretch>
              <a:fillRect/>
            </a:stretch>
          </a:blipFill>
        </p:spPr>
        <p:txBody>
          <a:bodyPr/>
          <a:lstStyle/>
          <a:p>
            <a:endParaRPr lang="en-US"/>
          </a:p>
        </p:txBody>
      </p:sp>
      <p:sp>
        <p:nvSpPr>
          <p:cNvPr id="4" name="Freeform 4"/>
          <p:cNvSpPr/>
          <p:nvPr/>
        </p:nvSpPr>
        <p:spPr>
          <a:xfrm>
            <a:off x="11565652" y="7300104"/>
            <a:ext cx="10591798" cy="4503776"/>
          </a:xfrm>
          <a:custGeom>
            <a:avLst/>
            <a:gdLst/>
            <a:ahLst/>
            <a:cxnLst/>
            <a:rect l="l" t="t" r="r" b="b"/>
            <a:pathLst>
              <a:path w="10591798" h="4503776">
                <a:moveTo>
                  <a:pt x="0" y="0"/>
                </a:moveTo>
                <a:lnTo>
                  <a:pt x="10591798" y="0"/>
                </a:lnTo>
                <a:lnTo>
                  <a:pt x="10591798" y="4503776"/>
                </a:lnTo>
                <a:lnTo>
                  <a:pt x="0" y="4503776"/>
                </a:lnTo>
                <a:lnTo>
                  <a:pt x="0" y="0"/>
                </a:lnTo>
                <a:close/>
              </a:path>
            </a:pathLst>
          </a:custGeom>
          <a:blipFill>
            <a:blip r:embed="rId5"/>
            <a:stretch>
              <a:fillRect/>
            </a:stretch>
          </a:blipFill>
        </p:spPr>
        <p:txBody>
          <a:bodyPr/>
          <a:lstStyle/>
          <a:p>
            <a:endParaRPr lang="en-US"/>
          </a:p>
        </p:txBody>
      </p:sp>
      <p:sp>
        <p:nvSpPr>
          <p:cNvPr id="5" name="Freeform 5"/>
          <p:cNvSpPr/>
          <p:nvPr/>
        </p:nvSpPr>
        <p:spPr>
          <a:xfrm flipH="1">
            <a:off x="-4686298" y="-1883380"/>
            <a:ext cx="10591796" cy="4814492"/>
          </a:xfrm>
          <a:custGeom>
            <a:avLst/>
            <a:gdLst/>
            <a:ahLst/>
            <a:cxnLst/>
            <a:rect l="l" t="t" r="r" b="b"/>
            <a:pathLst>
              <a:path w="10591796" h="4814492">
                <a:moveTo>
                  <a:pt x="10591796" y="0"/>
                </a:moveTo>
                <a:lnTo>
                  <a:pt x="0" y="0"/>
                </a:lnTo>
                <a:lnTo>
                  <a:pt x="0" y="4814492"/>
                </a:lnTo>
                <a:lnTo>
                  <a:pt x="10591796" y="4814492"/>
                </a:lnTo>
                <a:lnTo>
                  <a:pt x="10591796" y="0"/>
                </a:lnTo>
                <a:close/>
              </a:path>
            </a:pathLst>
          </a:custGeom>
          <a:blipFill>
            <a:blip r:embed="rId6"/>
            <a:stretch>
              <a:fillRect/>
            </a:stretch>
          </a:blipFill>
        </p:spPr>
        <p:txBody>
          <a:bodyPr/>
          <a:lstStyle/>
          <a:p>
            <a:endParaRPr lang="en-US"/>
          </a:p>
        </p:txBody>
      </p:sp>
      <p:sp>
        <p:nvSpPr>
          <p:cNvPr id="6" name="Freeform 6"/>
          <p:cNvSpPr/>
          <p:nvPr/>
        </p:nvSpPr>
        <p:spPr>
          <a:xfrm>
            <a:off x="15042189" y="8257445"/>
            <a:ext cx="4154838" cy="4109514"/>
          </a:xfrm>
          <a:custGeom>
            <a:avLst/>
            <a:gdLst/>
            <a:ahLst/>
            <a:cxnLst/>
            <a:rect l="l" t="t" r="r" b="b"/>
            <a:pathLst>
              <a:path w="4154838" h="4109514">
                <a:moveTo>
                  <a:pt x="0" y="0"/>
                </a:moveTo>
                <a:lnTo>
                  <a:pt x="4154838" y="0"/>
                </a:lnTo>
                <a:lnTo>
                  <a:pt x="4154838" y="4109514"/>
                </a:lnTo>
                <a:lnTo>
                  <a:pt x="0" y="4109514"/>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US"/>
          </a:p>
        </p:txBody>
      </p:sp>
      <p:sp>
        <p:nvSpPr>
          <p:cNvPr id="7" name="Freeform 7"/>
          <p:cNvSpPr/>
          <p:nvPr/>
        </p:nvSpPr>
        <p:spPr>
          <a:xfrm>
            <a:off x="8077200" y="-666750"/>
            <a:ext cx="10706100" cy="5886450"/>
          </a:xfrm>
          <a:custGeom>
            <a:avLst/>
            <a:gdLst/>
            <a:ahLst/>
            <a:cxnLst/>
            <a:rect l="l" t="t" r="r" b="b"/>
            <a:pathLst>
              <a:path w="10706100" h="5886450">
                <a:moveTo>
                  <a:pt x="0" y="0"/>
                </a:moveTo>
                <a:lnTo>
                  <a:pt x="10706100" y="0"/>
                </a:lnTo>
                <a:lnTo>
                  <a:pt x="10706100" y="5886450"/>
                </a:lnTo>
                <a:lnTo>
                  <a:pt x="0" y="5886450"/>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US"/>
          </a:p>
        </p:txBody>
      </p:sp>
      <p:sp>
        <p:nvSpPr>
          <p:cNvPr id="8" name="Freeform 8"/>
          <p:cNvSpPr/>
          <p:nvPr/>
        </p:nvSpPr>
        <p:spPr>
          <a:xfrm>
            <a:off x="-590550" y="7429500"/>
            <a:ext cx="15773400" cy="3714750"/>
          </a:xfrm>
          <a:custGeom>
            <a:avLst/>
            <a:gdLst/>
            <a:ahLst/>
            <a:cxnLst/>
            <a:rect l="l" t="t" r="r" b="b"/>
            <a:pathLst>
              <a:path w="15773400" h="3714750">
                <a:moveTo>
                  <a:pt x="0" y="0"/>
                </a:moveTo>
                <a:lnTo>
                  <a:pt x="15773400" y="0"/>
                </a:lnTo>
                <a:lnTo>
                  <a:pt x="15773400" y="3714750"/>
                </a:lnTo>
                <a:lnTo>
                  <a:pt x="0" y="3714750"/>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txBody>
          <a:bodyPr/>
          <a:lstStyle/>
          <a:p>
            <a:endParaRPr lang="en-US"/>
          </a:p>
        </p:txBody>
      </p:sp>
      <p:sp>
        <p:nvSpPr>
          <p:cNvPr id="9" name="Freeform 9"/>
          <p:cNvSpPr/>
          <p:nvPr/>
        </p:nvSpPr>
        <p:spPr>
          <a:xfrm>
            <a:off x="609600" y="1028700"/>
            <a:ext cx="17029602" cy="8152452"/>
          </a:xfrm>
          <a:custGeom>
            <a:avLst/>
            <a:gdLst/>
            <a:ahLst/>
            <a:cxnLst/>
            <a:rect l="l" t="t" r="r" b="b"/>
            <a:pathLst>
              <a:path w="17029602" h="8152452">
                <a:moveTo>
                  <a:pt x="0" y="0"/>
                </a:moveTo>
                <a:lnTo>
                  <a:pt x="17029602" y="0"/>
                </a:lnTo>
                <a:lnTo>
                  <a:pt x="17029602" y="8152452"/>
                </a:lnTo>
                <a:lnTo>
                  <a:pt x="0" y="8152452"/>
                </a:lnTo>
                <a:lnTo>
                  <a:pt x="0" y="0"/>
                </a:lnTo>
                <a:close/>
              </a:path>
            </a:pathLst>
          </a:custGeom>
          <a:blipFill>
            <a:blip r:embed="rId13"/>
            <a:stretch>
              <a:fillRect t="-2875" b="-2875"/>
            </a:stretch>
          </a:blipFill>
        </p:spPr>
        <p:txBody>
          <a:bodyPr/>
          <a:lstStyle/>
          <a:p>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C8EAFF"/>
        </a:solidFill>
        <a:effectLst/>
      </p:bgPr>
    </p:bg>
    <p:spTree>
      <p:nvGrpSpPr>
        <p:cNvPr id="1" name=""/>
        <p:cNvGrpSpPr/>
        <p:nvPr/>
      </p:nvGrpSpPr>
      <p:grpSpPr>
        <a:xfrm>
          <a:off x="0" y="0"/>
          <a:ext cx="0" cy="0"/>
          <a:chOff x="0" y="0"/>
          <a:chExt cx="0" cy="0"/>
        </a:xfrm>
      </p:grpSpPr>
      <p:sp>
        <p:nvSpPr>
          <p:cNvPr id="2" name="Freeform 2"/>
          <p:cNvSpPr/>
          <p:nvPr/>
        </p:nvSpPr>
        <p:spPr>
          <a:xfrm>
            <a:off x="0" y="0"/>
            <a:ext cx="18288006" cy="10287002"/>
          </a:xfrm>
          <a:custGeom>
            <a:avLst/>
            <a:gdLst/>
            <a:ahLst/>
            <a:cxnLst/>
            <a:rect l="l" t="t" r="r" b="b"/>
            <a:pathLst>
              <a:path w="18288006" h="10287002">
                <a:moveTo>
                  <a:pt x="0" y="0"/>
                </a:moveTo>
                <a:lnTo>
                  <a:pt x="18288006" y="0"/>
                </a:lnTo>
                <a:lnTo>
                  <a:pt x="18288006" y="10287002"/>
                </a:lnTo>
                <a:lnTo>
                  <a:pt x="0" y="10287002"/>
                </a:lnTo>
                <a:lnTo>
                  <a:pt x="0" y="0"/>
                </a:lnTo>
                <a:close/>
              </a:path>
            </a:pathLst>
          </a:custGeom>
          <a:blipFill>
            <a:blip r:embed="rId3">
              <a:alphaModFix amt="57999"/>
            </a:blip>
            <a:stretch>
              <a:fillRect/>
            </a:stretch>
          </a:blipFill>
        </p:spPr>
        <p:txBody>
          <a:bodyPr/>
          <a:lstStyle/>
          <a:p>
            <a:endParaRPr lang="en-US"/>
          </a:p>
        </p:txBody>
      </p:sp>
      <p:sp>
        <p:nvSpPr>
          <p:cNvPr id="3" name="Freeform 3"/>
          <p:cNvSpPr/>
          <p:nvPr/>
        </p:nvSpPr>
        <p:spPr>
          <a:xfrm>
            <a:off x="9563102" y="6385612"/>
            <a:ext cx="10591798" cy="5081356"/>
          </a:xfrm>
          <a:custGeom>
            <a:avLst/>
            <a:gdLst/>
            <a:ahLst/>
            <a:cxnLst/>
            <a:rect l="l" t="t" r="r" b="b"/>
            <a:pathLst>
              <a:path w="10591798" h="5081356">
                <a:moveTo>
                  <a:pt x="0" y="0"/>
                </a:moveTo>
                <a:lnTo>
                  <a:pt x="10591798" y="0"/>
                </a:lnTo>
                <a:lnTo>
                  <a:pt x="10591798" y="5081356"/>
                </a:lnTo>
                <a:lnTo>
                  <a:pt x="0" y="5081356"/>
                </a:lnTo>
                <a:lnTo>
                  <a:pt x="0" y="0"/>
                </a:lnTo>
                <a:close/>
              </a:path>
            </a:pathLst>
          </a:custGeom>
          <a:blipFill>
            <a:blip r:embed="rId4"/>
            <a:stretch>
              <a:fillRect/>
            </a:stretch>
          </a:blipFill>
        </p:spPr>
        <p:txBody>
          <a:bodyPr/>
          <a:lstStyle/>
          <a:p>
            <a:endParaRPr lang="en-US"/>
          </a:p>
        </p:txBody>
      </p:sp>
      <p:sp>
        <p:nvSpPr>
          <p:cNvPr id="4" name="Freeform 4"/>
          <p:cNvSpPr/>
          <p:nvPr/>
        </p:nvSpPr>
        <p:spPr>
          <a:xfrm>
            <a:off x="-2324098" y="6921768"/>
            <a:ext cx="10591798" cy="4572496"/>
          </a:xfrm>
          <a:custGeom>
            <a:avLst/>
            <a:gdLst/>
            <a:ahLst/>
            <a:cxnLst/>
            <a:rect l="l" t="t" r="r" b="b"/>
            <a:pathLst>
              <a:path w="10591798" h="4572496">
                <a:moveTo>
                  <a:pt x="0" y="0"/>
                </a:moveTo>
                <a:lnTo>
                  <a:pt x="10591798" y="0"/>
                </a:lnTo>
                <a:lnTo>
                  <a:pt x="10591798" y="4572496"/>
                </a:lnTo>
                <a:lnTo>
                  <a:pt x="0" y="4572496"/>
                </a:lnTo>
                <a:lnTo>
                  <a:pt x="0" y="0"/>
                </a:lnTo>
                <a:close/>
              </a:path>
            </a:pathLst>
          </a:custGeom>
          <a:blipFill>
            <a:blip r:embed="rId5"/>
            <a:stretch>
              <a:fillRect/>
            </a:stretch>
          </a:blipFill>
        </p:spPr>
        <p:txBody>
          <a:bodyPr/>
          <a:lstStyle/>
          <a:p>
            <a:endParaRPr lang="en-US"/>
          </a:p>
        </p:txBody>
      </p:sp>
      <p:sp>
        <p:nvSpPr>
          <p:cNvPr id="5" name="Freeform 5"/>
          <p:cNvSpPr/>
          <p:nvPr/>
        </p:nvSpPr>
        <p:spPr>
          <a:xfrm>
            <a:off x="-816648" y="213894"/>
            <a:ext cx="7103150" cy="10873200"/>
          </a:xfrm>
          <a:custGeom>
            <a:avLst/>
            <a:gdLst/>
            <a:ahLst/>
            <a:cxnLst/>
            <a:rect l="l" t="t" r="r" b="b"/>
            <a:pathLst>
              <a:path w="7103150" h="10873200">
                <a:moveTo>
                  <a:pt x="0" y="0"/>
                </a:moveTo>
                <a:lnTo>
                  <a:pt x="7103150" y="0"/>
                </a:lnTo>
                <a:lnTo>
                  <a:pt x="7103150" y="10873200"/>
                </a:lnTo>
                <a:lnTo>
                  <a:pt x="0" y="108732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6" name="Freeform 6"/>
          <p:cNvSpPr/>
          <p:nvPr/>
        </p:nvSpPr>
        <p:spPr>
          <a:xfrm>
            <a:off x="3638550" y="8062618"/>
            <a:ext cx="15392400" cy="2700650"/>
          </a:xfrm>
          <a:custGeom>
            <a:avLst/>
            <a:gdLst/>
            <a:ahLst/>
            <a:cxnLst/>
            <a:rect l="l" t="t" r="r" b="b"/>
            <a:pathLst>
              <a:path w="15392400" h="2700650">
                <a:moveTo>
                  <a:pt x="0" y="0"/>
                </a:moveTo>
                <a:lnTo>
                  <a:pt x="15392400" y="0"/>
                </a:lnTo>
                <a:lnTo>
                  <a:pt x="15392400" y="2700650"/>
                </a:lnTo>
                <a:lnTo>
                  <a:pt x="0" y="270065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US"/>
          </a:p>
        </p:txBody>
      </p:sp>
      <p:sp>
        <p:nvSpPr>
          <p:cNvPr id="7" name="Freeform 7"/>
          <p:cNvSpPr/>
          <p:nvPr/>
        </p:nvSpPr>
        <p:spPr>
          <a:xfrm>
            <a:off x="5682035" y="5650494"/>
            <a:ext cx="4501864" cy="4202613"/>
          </a:xfrm>
          <a:custGeom>
            <a:avLst/>
            <a:gdLst/>
            <a:ahLst/>
            <a:cxnLst/>
            <a:rect l="l" t="t" r="r" b="b"/>
            <a:pathLst>
              <a:path w="4501864" h="4202613">
                <a:moveTo>
                  <a:pt x="0" y="0"/>
                </a:moveTo>
                <a:lnTo>
                  <a:pt x="4501864" y="0"/>
                </a:lnTo>
                <a:lnTo>
                  <a:pt x="4501864" y="4202613"/>
                </a:lnTo>
                <a:lnTo>
                  <a:pt x="0" y="4202613"/>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US"/>
          </a:p>
        </p:txBody>
      </p:sp>
      <p:sp>
        <p:nvSpPr>
          <p:cNvPr id="8" name="Freeform 8"/>
          <p:cNvSpPr/>
          <p:nvPr/>
        </p:nvSpPr>
        <p:spPr>
          <a:xfrm>
            <a:off x="10987323" y="2423404"/>
            <a:ext cx="7007000" cy="5440192"/>
          </a:xfrm>
          <a:custGeom>
            <a:avLst/>
            <a:gdLst/>
            <a:ahLst/>
            <a:cxnLst/>
            <a:rect l="l" t="t" r="r" b="b"/>
            <a:pathLst>
              <a:path w="7007000" h="5440192">
                <a:moveTo>
                  <a:pt x="0" y="0"/>
                </a:moveTo>
                <a:lnTo>
                  <a:pt x="7007000" y="0"/>
                </a:lnTo>
                <a:lnTo>
                  <a:pt x="7007000" y="5440192"/>
                </a:lnTo>
                <a:lnTo>
                  <a:pt x="0" y="5440192"/>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endParaRPr lang="en-US"/>
          </a:p>
        </p:txBody>
      </p:sp>
      <p:grpSp>
        <p:nvGrpSpPr>
          <p:cNvPr id="9" name="Group 9"/>
          <p:cNvGrpSpPr/>
          <p:nvPr/>
        </p:nvGrpSpPr>
        <p:grpSpPr>
          <a:xfrm>
            <a:off x="15722244" y="6667646"/>
            <a:ext cx="284400" cy="284400"/>
            <a:chOff x="0" y="0"/>
            <a:chExt cx="379200" cy="379200"/>
          </a:xfrm>
        </p:grpSpPr>
        <p:sp>
          <p:nvSpPr>
            <p:cNvPr id="10" name="Freeform 10"/>
            <p:cNvSpPr/>
            <p:nvPr/>
          </p:nvSpPr>
          <p:spPr>
            <a:xfrm>
              <a:off x="0" y="0"/>
              <a:ext cx="379222" cy="379222"/>
            </a:xfrm>
            <a:custGeom>
              <a:avLst/>
              <a:gdLst/>
              <a:ahLst/>
              <a:cxnLst/>
              <a:rect l="l" t="t" r="r" b="b"/>
              <a:pathLst>
                <a:path w="379222" h="379222">
                  <a:moveTo>
                    <a:pt x="0" y="189611"/>
                  </a:moveTo>
                  <a:cubicBezTo>
                    <a:pt x="0" y="84836"/>
                    <a:pt x="84836" y="0"/>
                    <a:pt x="189611" y="0"/>
                  </a:cubicBezTo>
                  <a:cubicBezTo>
                    <a:pt x="294386" y="0"/>
                    <a:pt x="379222" y="84836"/>
                    <a:pt x="379222" y="189611"/>
                  </a:cubicBezTo>
                  <a:cubicBezTo>
                    <a:pt x="379222" y="294386"/>
                    <a:pt x="294259" y="379222"/>
                    <a:pt x="189611" y="379222"/>
                  </a:cubicBezTo>
                  <a:cubicBezTo>
                    <a:pt x="84963" y="379222"/>
                    <a:pt x="0" y="294259"/>
                    <a:pt x="0" y="189611"/>
                  </a:cubicBezTo>
                  <a:close/>
                </a:path>
              </a:pathLst>
            </a:custGeom>
            <a:solidFill>
              <a:srgbClr val="D6D4B2"/>
            </a:solidFill>
          </p:spPr>
          <p:txBody>
            <a:bodyPr/>
            <a:lstStyle/>
            <a:p>
              <a:endParaRPr lang="en-US"/>
            </a:p>
          </p:txBody>
        </p:sp>
      </p:grpSp>
      <p:sp>
        <p:nvSpPr>
          <p:cNvPr id="11" name="Freeform 11"/>
          <p:cNvSpPr/>
          <p:nvPr/>
        </p:nvSpPr>
        <p:spPr>
          <a:xfrm>
            <a:off x="11381523" y="2895423"/>
            <a:ext cx="6218600" cy="3490189"/>
          </a:xfrm>
          <a:custGeom>
            <a:avLst/>
            <a:gdLst/>
            <a:ahLst/>
            <a:cxnLst/>
            <a:rect l="l" t="t" r="r" b="b"/>
            <a:pathLst>
              <a:path w="6218600" h="3490189">
                <a:moveTo>
                  <a:pt x="0" y="0"/>
                </a:moveTo>
                <a:lnTo>
                  <a:pt x="6218600" y="0"/>
                </a:lnTo>
                <a:lnTo>
                  <a:pt x="6218600" y="3490189"/>
                </a:lnTo>
                <a:lnTo>
                  <a:pt x="0" y="3490189"/>
                </a:lnTo>
                <a:lnTo>
                  <a:pt x="0" y="0"/>
                </a:lnTo>
                <a:close/>
              </a:path>
            </a:pathLst>
          </a:custGeom>
          <a:blipFill>
            <a:blip r:embed="rId14"/>
            <a:stretch>
              <a:fillRect/>
            </a:stretch>
          </a:blipFill>
        </p:spPr>
        <p:txBody>
          <a:bodyPr/>
          <a:lstStyle/>
          <a:p>
            <a:endParaRPr lang="en-US"/>
          </a:p>
        </p:txBody>
      </p:sp>
      <p:sp>
        <p:nvSpPr>
          <p:cNvPr id="12" name="TextBox 12"/>
          <p:cNvSpPr txBox="1"/>
          <p:nvPr/>
        </p:nvSpPr>
        <p:spPr>
          <a:xfrm>
            <a:off x="256337" y="133368"/>
            <a:ext cx="10240439" cy="10629900"/>
          </a:xfrm>
          <a:prstGeom prst="rect">
            <a:avLst/>
          </a:prstGeom>
        </p:spPr>
        <p:txBody>
          <a:bodyPr lIns="0" tIns="0" rIns="0" bIns="0" rtlCol="0" anchor="t">
            <a:spAutoFit/>
          </a:bodyPr>
          <a:lstStyle/>
          <a:p>
            <a:pPr algn="l">
              <a:lnSpc>
                <a:spcPts val="4660"/>
              </a:lnSpc>
            </a:pPr>
            <a:r>
              <a:rPr lang="en-US" sz="3883" u="sng">
                <a:solidFill>
                  <a:srgbClr val="13394F"/>
                </a:solidFill>
                <a:latin typeface="Lexend Deca"/>
                <a:ea typeface="Lexend Deca"/>
                <a:cs typeface="Lexend Deca"/>
                <a:sym typeface="Lexend Deca"/>
              </a:rPr>
              <a:t>Description</a:t>
            </a:r>
          </a:p>
          <a:p>
            <a:pPr algn="l">
              <a:lnSpc>
                <a:spcPts val="4660"/>
              </a:lnSpc>
            </a:pPr>
            <a:r>
              <a:rPr lang="en-US" sz="3883">
                <a:solidFill>
                  <a:srgbClr val="13394F"/>
                </a:solidFill>
                <a:latin typeface="Lexend Deca"/>
                <a:ea typeface="Lexend Deca"/>
                <a:cs typeface="Lexend Deca"/>
                <a:sym typeface="Lexend Deca"/>
              </a:rPr>
              <a:t>This page allows administrators to</a:t>
            </a:r>
          </a:p>
          <a:p>
            <a:pPr algn="l">
              <a:lnSpc>
                <a:spcPts val="4660"/>
              </a:lnSpc>
            </a:pPr>
            <a:r>
              <a:rPr lang="en-US" sz="3883">
                <a:solidFill>
                  <a:srgbClr val="13394F"/>
                </a:solidFill>
                <a:latin typeface="Lexend Deca"/>
                <a:ea typeface="Lexend Deca"/>
                <a:cs typeface="Lexend Deca"/>
                <a:sym typeface="Lexend Deca"/>
              </a:rPr>
              <a:t>manage flight information.</a:t>
            </a:r>
          </a:p>
          <a:p>
            <a:pPr algn="l">
              <a:lnSpc>
                <a:spcPts val="4660"/>
              </a:lnSpc>
            </a:pPr>
            <a:endParaRPr lang="en-US" sz="3883">
              <a:solidFill>
                <a:srgbClr val="13394F"/>
              </a:solidFill>
              <a:latin typeface="Lexend Deca"/>
              <a:ea typeface="Lexend Deca"/>
              <a:cs typeface="Lexend Deca"/>
              <a:sym typeface="Lexend Deca"/>
            </a:endParaRPr>
          </a:p>
          <a:p>
            <a:pPr algn="l">
              <a:lnSpc>
                <a:spcPts val="4660"/>
              </a:lnSpc>
            </a:pPr>
            <a:r>
              <a:rPr lang="en-US" sz="3883" u="sng">
                <a:solidFill>
                  <a:srgbClr val="13394F"/>
                </a:solidFill>
                <a:latin typeface="Lexend Deca"/>
                <a:ea typeface="Lexend Deca"/>
                <a:cs typeface="Lexend Deca"/>
                <a:sym typeface="Lexend Deca"/>
              </a:rPr>
              <a:t>Functionalities</a:t>
            </a:r>
          </a:p>
          <a:p>
            <a:pPr marL="838457" lvl="1" indent="-419228" algn="l">
              <a:lnSpc>
                <a:spcPts val="4660"/>
              </a:lnSpc>
              <a:buFont typeface="Arial"/>
              <a:buChar char="•"/>
            </a:pPr>
            <a:r>
              <a:rPr lang="en-US" sz="3883">
                <a:solidFill>
                  <a:srgbClr val="13394F"/>
                </a:solidFill>
                <a:latin typeface="Lexend Deca"/>
                <a:ea typeface="Lexend Deca"/>
                <a:cs typeface="Lexend Deca"/>
                <a:sym typeface="Lexend Deca"/>
              </a:rPr>
              <a:t>Add new flight</a:t>
            </a:r>
          </a:p>
          <a:p>
            <a:pPr marL="838457" lvl="1" indent="-419228" algn="l">
              <a:lnSpc>
                <a:spcPts val="4660"/>
              </a:lnSpc>
              <a:buFont typeface="Arial"/>
              <a:buChar char="•"/>
            </a:pPr>
            <a:r>
              <a:rPr lang="en-US" sz="3883">
                <a:solidFill>
                  <a:srgbClr val="13394F"/>
                </a:solidFill>
                <a:latin typeface="Lexend Deca"/>
                <a:ea typeface="Lexend Deca"/>
                <a:cs typeface="Lexend Deca"/>
                <a:sym typeface="Lexend Deca"/>
              </a:rPr>
              <a:t>Delete flight</a:t>
            </a:r>
          </a:p>
          <a:p>
            <a:pPr marL="838457" lvl="1" indent="-419228" algn="l">
              <a:lnSpc>
                <a:spcPts val="4660"/>
              </a:lnSpc>
              <a:buFont typeface="Arial"/>
              <a:buChar char="•"/>
            </a:pPr>
            <a:r>
              <a:rPr lang="en-US" sz="3883">
                <a:solidFill>
                  <a:srgbClr val="13394F"/>
                </a:solidFill>
                <a:latin typeface="Lexend Deca"/>
                <a:ea typeface="Lexend Deca"/>
                <a:cs typeface="Lexend Deca"/>
                <a:sym typeface="Lexend Deca"/>
              </a:rPr>
              <a:t>Update flight details</a:t>
            </a:r>
          </a:p>
          <a:p>
            <a:pPr marL="838457" lvl="1" indent="-419228" algn="l">
              <a:lnSpc>
                <a:spcPts val="4660"/>
              </a:lnSpc>
              <a:buFont typeface="Arial"/>
              <a:buChar char="•"/>
            </a:pPr>
            <a:r>
              <a:rPr lang="en-US" sz="3883">
                <a:solidFill>
                  <a:srgbClr val="13394F"/>
                </a:solidFill>
                <a:latin typeface="Lexend Deca"/>
                <a:ea typeface="Lexend Deca"/>
                <a:cs typeface="Lexend Deca"/>
                <a:sym typeface="Lexend Deca"/>
              </a:rPr>
              <a:t>Search by id</a:t>
            </a:r>
          </a:p>
          <a:p>
            <a:pPr marL="838457" lvl="1" indent="-419228" algn="l">
              <a:lnSpc>
                <a:spcPts val="4660"/>
              </a:lnSpc>
              <a:buFont typeface="Arial"/>
              <a:buChar char="•"/>
            </a:pPr>
            <a:r>
              <a:rPr lang="en-US" sz="3883">
                <a:solidFill>
                  <a:srgbClr val="13394F"/>
                </a:solidFill>
                <a:latin typeface="Lexend Deca"/>
                <a:ea typeface="Lexend Deca"/>
                <a:cs typeface="Lexend Deca"/>
                <a:sym typeface="Lexend Deca"/>
              </a:rPr>
              <a:t>Display all flights in a table</a:t>
            </a:r>
          </a:p>
          <a:p>
            <a:pPr marL="838457" lvl="1" indent="-419228" algn="l">
              <a:lnSpc>
                <a:spcPts val="4660"/>
              </a:lnSpc>
              <a:buFont typeface="Arial"/>
              <a:buChar char="•"/>
            </a:pPr>
            <a:r>
              <a:rPr lang="en-US" sz="3883">
                <a:solidFill>
                  <a:srgbClr val="13394F"/>
                </a:solidFill>
                <a:latin typeface="Lexend Deca"/>
                <a:ea typeface="Lexend Deca"/>
                <a:cs typeface="Lexend Deca"/>
                <a:sym typeface="Lexend Deca"/>
              </a:rPr>
              <a:t>Navigate to :</a:t>
            </a:r>
          </a:p>
          <a:p>
            <a:pPr marL="1676913" lvl="2" indent="-558971" algn="l">
              <a:lnSpc>
                <a:spcPts val="4660"/>
              </a:lnSpc>
              <a:buFont typeface="Arial"/>
              <a:buChar char="⚬"/>
            </a:pPr>
            <a:r>
              <a:rPr lang="en-US" sz="3883">
                <a:solidFill>
                  <a:srgbClr val="13394F"/>
                </a:solidFill>
                <a:latin typeface="Lexend Deca"/>
                <a:ea typeface="Lexend Deca"/>
                <a:cs typeface="Lexend Deca"/>
                <a:sym typeface="Lexend Deca"/>
              </a:rPr>
              <a:t>Manage airport</a:t>
            </a:r>
          </a:p>
          <a:p>
            <a:pPr marL="1676913" lvl="2" indent="-558971" algn="l">
              <a:lnSpc>
                <a:spcPts val="4660"/>
              </a:lnSpc>
              <a:buFont typeface="Arial"/>
              <a:buChar char="⚬"/>
            </a:pPr>
            <a:r>
              <a:rPr lang="en-US" sz="3883">
                <a:solidFill>
                  <a:srgbClr val="13394F"/>
                </a:solidFill>
                <a:latin typeface="Lexend Deca"/>
                <a:ea typeface="Lexend Deca"/>
                <a:cs typeface="Lexend Deca"/>
                <a:sym typeface="Lexend Deca"/>
              </a:rPr>
              <a:t>Admin account</a:t>
            </a:r>
          </a:p>
          <a:p>
            <a:pPr marL="1676913" lvl="2" indent="-558971" algn="l">
              <a:lnSpc>
                <a:spcPts val="4660"/>
              </a:lnSpc>
              <a:buFont typeface="Arial"/>
              <a:buChar char="⚬"/>
            </a:pPr>
            <a:r>
              <a:rPr lang="en-US" sz="3883">
                <a:solidFill>
                  <a:srgbClr val="13394F"/>
                </a:solidFill>
                <a:latin typeface="Lexend Deca"/>
                <a:ea typeface="Lexend Deca"/>
                <a:cs typeface="Lexend Deca"/>
                <a:sym typeface="Lexend Deca"/>
              </a:rPr>
              <a:t>Flights</a:t>
            </a:r>
          </a:p>
          <a:p>
            <a:pPr algn="l">
              <a:lnSpc>
                <a:spcPts val="4660"/>
              </a:lnSpc>
            </a:pPr>
            <a:endParaRPr lang="en-US" sz="3883">
              <a:solidFill>
                <a:srgbClr val="13394F"/>
              </a:solidFill>
              <a:latin typeface="Lexend Deca"/>
              <a:ea typeface="Lexend Deca"/>
              <a:cs typeface="Lexend Deca"/>
              <a:sym typeface="Lexend Deca"/>
            </a:endParaRPr>
          </a:p>
          <a:p>
            <a:pPr algn="l">
              <a:lnSpc>
                <a:spcPts val="4660"/>
              </a:lnSpc>
            </a:pPr>
            <a:r>
              <a:rPr lang="en-US" sz="3883" u="sng">
                <a:solidFill>
                  <a:srgbClr val="13394F"/>
                </a:solidFill>
                <a:latin typeface="Lexend Deca"/>
                <a:ea typeface="Lexend Deca"/>
                <a:cs typeface="Lexend Deca"/>
                <a:sym typeface="Lexend Deca"/>
              </a:rPr>
              <a:t>Access Level</a:t>
            </a:r>
          </a:p>
          <a:p>
            <a:pPr algn="l">
              <a:lnSpc>
                <a:spcPts val="4660"/>
              </a:lnSpc>
            </a:pPr>
            <a:r>
              <a:rPr lang="en-US" sz="3883">
                <a:solidFill>
                  <a:srgbClr val="13394F"/>
                </a:solidFill>
                <a:latin typeface="Lexend Deca"/>
                <a:ea typeface="Lexend Deca"/>
                <a:cs typeface="Lexend Deca"/>
                <a:sym typeface="Lexend Deca"/>
              </a:rPr>
              <a:t>Admin</a:t>
            </a:r>
          </a:p>
          <a:p>
            <a:pPr algn="l">
              <a:lnSpc>
                <a:spcPts val="4660"/>
              </a:lnSpc>
            </a:pPr>
            <a:endParaRPr lang="en-US" sz="3883">
              <a:solidFill>
                <a:srgbClr val="13394F"/>
              </a:solidFill>
              <a:latin typeface="Lexend Deca"/>
              <a:ea typeface="Lexend Deca"/>
              <a:cs typeface="Lexend Deca"/>
              <a:sym typeface="Lexend Deca"/>
            </a:endParaRPr>
          </a:p>
        </p:txBody>
      </p:sp>
      <p:grpSp>
        <p:nvGrpSpPr>
          <p:cNvPr id="13" name="Group 13"/>
          <p:cNvGrpSpPr/>
          <p:nvPr/>
        </p:nvGrpSpPr>
        <p:grpSpPr>
          <a:xfrm>
            <a:off x="10183899" y="753889"/>
            <a:ext cx="7921169" cy="1144855"/>
            <a:chOff x="0" y="0"/>
            <a:chExt cx="9059516" cy="1309381"/>
          </a:xfrm>
        </p:grpSpPr>
        <p:sp>
          <p:nvSpPr>
            <p:cNvPr id="14" name="Freeform 14"/>
            <p:cNvSpPr/>
            <p:nvPr/>
          </p:nvSpPr>
          <p:spPr>
            <a:xfrm>
              <a:off x="0" y="0"/>
              <a:ext cx="9059473" cy="1309429"/>
            </a:xfrm>
            <a:custGeom>
              <a:avLst/>
              <a:gdLst/>
              <a:ahLst/>
              <a:cxnLst/>
              <a:rect l="l" t="t" r="r" b="b"/>
              <a:pathLst>
                <a:path w="9059473" h="1309429">
                  <a:moveTo>
                    <a:pt x="0" y="0"/>
                  </a:moveTo>
                  <a:lnTo>
                    <a:pt x="9059473" y="0"/>
                  </a:lnTo>
                  <a:lnTo>
                    <a:pt x="9059473" y="1309429"/>
                  </a:lnTo>
                  <a:lnTo>
                    <a:pt x="0" y="1309429"/>
                  </a:lnTo>
                  <a:close/>
                </a:path>
              </a:pathLst>
            </a:custGeom>
            <a:solidFill>
              <a:srgbClr val="FFFFFF">
                <a:alpha val="11765"/>
              </a:srgbClr>
            </a:solidFill>
          </p:spPr>
          <p:txBody>
            <a:bodyPr/>
            <a:lstStyle/>
            <a:p>
              <a:endParaRPr lang="en-US"/>
            </a:p>
          </p:txBody>
        </p:sp>
        <p:sp>
          <p:nvSpPr>
            <p:cNvPr id="15" name="TextBox 15"/>
            <p:cNvSpPr txBox="1"/>
            <p:nvPr/>
          </p:nvSpPr>
          <p:spPr>
            <a:xfrm>
              <a:off x="0" y="0"/>
              <a:ext cx="9059516" cy="1309381"/>
            </a:xfrm>
            <a:prstGeom prst="rect">
              <a:avLst/>
            </a:prstGeom>
          </p:spPr>
          <p:txBody>
            <a:bodyPr lIns="59223" tIns="59223" rIns="59223" bIns="59223" rtlCol="0" anchor="ctr"/>
            <a:lstStyle/>
            <a:p>
              <a:pPr algn="ctr">
                <a:lnSpc>
                  <a:spcPts val="5595"/>
                </a:lnSpc>
              </a:pPr>
              <a:r>
                <a:rPr lang="en-US" sz="4663">
                  <a:solidFill>
                    <a:srgbClr val="13394F"/>
                  </a:solidFill>
                  <a:latin typeface="Lexend Deca"/>
                  <a:ea typeface="Lexend Deca"/>
                  <a:cs typeface="Lexend Deca"/>
                  <a:sym typeface="Lexend Deca"/>
                </a:rPr>
                <a:t>3.10 Manage Flight Page</a:t>
              </a:r>
            </a:p>
          </p:txBody>
        </p:sp>
      </p:gr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C8EAFF"/>
        </a:solidFill>
        <a:effectLst/>
      </p:bgPr>
    </p:bg>
    <p:spTree>
      <p:nvGrpSpPr>
        <p:cNvPr id="1" name=""/>
        <p:cNvGrpSpPr/>
        <p:nvPr/>
      </p:nvGrpSpPr>
      <p:grpSpPr>
        <a:xfrm>
          <a:off x="0" y="0"/>
          <a:ext cx="0" cy="0"/>
          <a:chOff x="0" y="0"/>
          <a:chExt cx="0" cy="0"/>
        </a:xfrm>
      </p:grpSpPr>
      <p:sp>
        <p:nvSpPr>
          <p:cNvPr id="2" name="Freeform 2"/>
          <p:cNvSpPr/>
          <p:nvPr/>
        </p:nvSpPr>
        <p:spPr>
          <a:xfrm>
            <a:off x="0" y="0"/>
            <a:ext cx="18288006" cy="10287002"/>
          </a:xfrm>
          <a:custGeom>
            <a:avLst/>
            <a:gdLst/>
            <a:ahLst/>
            <a:cxnLst/>
            <a:rect l="l" t="t" r="r" b="b"/>
            <a:pathLst>
              <a:path w="18288006" h="10287002">
                <a:moveTo>
                  <a:pt x="0" y="0"/>
                </a:moveTo>
                <a:lnTo>
                  <a:pt x="18288006" y="0"/>
                </a:lnTo>
                <a:lnTo>
                  <a:pt x="18288006" y="10287002"/>
                </a:lnTo>
                <a:lnTo>
                  <a:pt x="0" y="10287002"/>
                </a:lnTo>
                <a:lnTo>
                  <a:pt x="0" y="0"/>
                </a:lnTo>
                <a:close/>
              </a:path>
            </a:pathLst>
          </a:custGeom>
          <a:blipFill>
            <a:blip r:embed="rId3">
              <a:alphaModFix amt="57999"/>
            </a:blip>
            <a:stretch>
              <a:fillRect/>
            </a:stretch>
          </a:blipFill>
        </p:spPr>
        <p:txBody>
          <a:bodyPr/>
          <a:lstStyle/>
          <a:p>
            <a:endParaRPr lang="en-US"/>
          </a:p>
        </p:txBody>
      </p:sp>
      <p:sp>
        <p:nvSpPr>
          <p:cNvPr id="3" name="Freeform 3"/>
          <p:cNvSpPr/>
          <p:nvPr/>
        </p:nvSpPr>
        <p:spPr>
          <a:xfrm>
            <a:off x="12668252" y="-1883382"/>
            <a:ext cx="10591798" cy="4572496"/>
          </a:xfrm>
          <a:custGeom>
            <a:avLst/>
            <a:gdLst/>
            <a:ahLst/>
            <a:cxnLst/>
            <a:rect l="l" t="t" r="r" b="b"/>
            <a:pathLst>
              <a:path w="10591798" h="4572496">
                <a:moveTo>
                  <a:pt x="0" y="0"/>
                </a:moveTo>
                <a:lnTo>
                  <a:pt x="10591798" y="0"/>
                </a:lnTo>
                <a:lnTo>
                  <a:pt x="10591798" y="4572496"/>
                </a:lnTo>
                <a:lnTo>
                  <a:pt x="0" y="4572496"/>
                </a:lnTo>
                <a:lnTo>
                  <a:pt x="0" y="0"/>
                </a:lnTo>
                <a:close/>
              </a:path>
            </a:pathLst>
          </a:custGeom>
          <a:blipFill>
            <a:blip r:embed="rId4"/>
            <a:stretch>
              <a:fillRect/>
            </a:stretch>
          </a:blipFill>
        </p:spPr>
        <p:txBody>
          <a:bodyPr/>
          <a:lstStyle/>
          <a:p>
            <a:endParaRPr lang="en-US"/>
          </a:p>
        </p:txBody>
      </p:sp>
      <p:sp>
        <p:nvSpPr>
          <p:cNvPr id="4" name="Freeform 4"/>
          <p:cNvSpPr/>
          <p:nvPr/>
        </p:nvSpPr>
        <p:spPr>
          <a:xfrm>
            <a:off x="11565652" y="7300104"/>
            <a:ext cx="10591798" cy="4503776"/>
          </a:xfrm>
          <a:custGeom>
            <a:avLst/>
            <a:gdLst/>
            <a:ahLst/>
            <a:cxnLst/>
            <a:rect l="l" t="t" r="r" b="b"/>
            <a:pathLst>
              <a:path w="10591798" h="4503776">
                <a:moveTo>
                  <a:pt x="0" y="0"/>
                </a:moveTo>
                <a:lnTo>
                  <a:pt x="10591798" y="0"/>
                </a:lnTo>
                <a:lnTo>
                  <a:pt x="10591798" y="4503776"/>
                </a:lnTo>
                <a:lnTo>
                  <a:pt x="0" y="4503776"/>
                </a:lnTo>
                <a:lnTo>
                  <a:pt x="0" y="0"/>
                </a:lnTo>
                <a:close/>
              </a:path>
            </a:pathLst>
          </a:custGeom>
          <a:blipFill>
            <a:blip r:embed="rId5"/>
            <a:stretch>
              <a:fillRect/>
            </a:stretch>
          </a:blipFill>
        </p:spPr>
        <p:txBody>
          <a:bodyPr/>
          <a:lstStyle/>
          <a:p>
            <a:endParaRPr lang="en-US"/>
          </a:p>
        </p:txBody>
      </p:sp>
      <p:sp>
        <p:nvSpPr>
          <p:cNvPr id="5" name="Freeform 5"/>
          <p:cNvSpPr/>
          <p:nvPr/>
        </p:nvSpPr>
        <p:spPr>
          <a:xfrm flipH="1">
            <a:off x="-4686298" y="-1883380"/>
            <a:ext cx="10591796" cy="4814492"/>
          </a:xfrm>
          <a:custGeom>
            <a:avLst/>
            <a:gdLst/>
            <a:ahLst/>
            <a:cxnLst/>
            <a:rect l="l" t="t" r="r" b="b"/>
            <a:pathLst>
              <a:path w="10591796" h="4814492">
                <a:moveTo>
                  <a:pt x="10591796" y="0"/>
                </a:moveTo>
                <a:lnTo>
                  <a:pt x="0" y="0"/>
                </a:lnTo>
                <a:lnTo>
                  <a:pt x="0" y="4814492"/>
                </a:lnTo>
                <a:lnTo>
                  <a:pt x="10591796" y="4814492"/>
                </a:lnTo>
                <a:lnTo>
                  <a:pt x="10591796" y="0"/>
                </a:lnTo>
                <a:close/>
              </a:path>
            </a:pathLst>
          </a:custGeom>
          <a:blipFill>
            <a:blip r:embed="rId6"/>
            <a:stretch>
              <a:fillRect/>
            </a:stretch>
          </a:blipFill>
        </p:spPr>
        <p:txBody>
          <a:bodyPr/>
          <a:lstStyle/>
          <a:p>
            <a:endParaRPr lang="en-US"/>
          </a:p>
        </p:txBody>
      </p:sp>
      <p:sp>
        <p:nvSpPr>
          <p:cNvPr id="6" name="Freeform 6"/>
          <p:cNvSpPr/>
          <p:nvPr/>
        </p:nvSpPr>
        <p:spPr>
          <a:xfrm>
            <a:off x="15042189" y="8257445"/>
            <a:ext cx="4154838" cy="4109514"/>
          </a:xfrm>
          <a:custGeom>
            <a:avLst/>
            <a:gdLst/>
            <a:ahLst/>
            <a:cxnLst/>
            <a:rect l="l" t="t" r="r" b="b"/>
            <a:pathLst>
              <a:path w="4154838" h="4109514">
                <a:moveTo>
                  <a:pt x="0" y="0"/>
                </a:moveTo>
                <a:lnTo>
                  <a:pt x="4154838" y="0"/>
                </a:lnTo>
                <a:lnTo>
                  <a:pt x="4154838" y="4109514"/>
                </a:lnTo>
                <a:lnTo>
                  <a:pt x="0" y="4109514"/>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US"/>
          </a:p>
        </p:txBody>
      </p:sp>
      <p:sp>
        <p:nvSpPr>
          <p:cNvPr id="7" name="Freeform 7"/>
          <p:cNvSpPr/>
          <p:nvPr/>
        </p:nvSpPr>
        <p:spPr>
          <a:xfrm>
            <a:off x="8077200" y="-666750"/>
            <a:ext cx="10706100" cy="5886450"/>
          </a:xfrm>
          <a:custGeom>
            <a:avLst/>
            <a:gdLst/>
            <a:ahLst/>
            <a:cxnLst/>
            <a:rect l="l" t="t" r="r" b="b"/>
            <a:pathLst>
              <a:path w="10706100" h="5886450">
                <a:moveTo>
                  <a:pt x="0" y="0"/>
                </a:moveTo>
                <a:lnTo>
                  <a:pt x="10706100" y="0"/>
                </a:lnTo>
                <a:lnTo>
                  <a:pt x="10706100" y="5886450"/>
                </a:lnTo>
                <a:lnTo>
                  <a:pt x="0" y="5886450"/>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US"/>
          </a:p>
        </p:txBody>
      </p:sp>
      <p:sp>
        <p:nvSpPr>
          <p:cNvPr id="8" name="Freeform 8"/>
          <p:cNvSpPr/>
          <p:nvPr/>
        </p:nvSpPr>
        <p:spPr>
          <a:xfrm>
            <a:off x="-590550" y="7429500"/>
            <a:ext cx="15773400" cy="3714750"/>
          </a:xfrm>
          <a:custGeom>
            <a:avLst/>
            <a:gdLst/>
            <a:ahLst/>
            <a:cxnLst/>
            <a:rect l="l" t="t" r="r" b="b"/>
            <a:pathLst>
              <a:path w="15773400" h="3714750">
                <a:moveTo>
                  <a:pt x="0" y="0"/>
                </a:moveTo>
                <a:lnTo>
                  <a:pt x="15773400" y="0"/>
                </a:lnTo>
                <a:lnTo>
                  <a:pt x="15773400" y="3714750"/>
                </a:lnTo>
                <a:lnTo>
                  <a:pt x="0" y="3714750"/>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txBody>
          <a:bodyPr/>
          <a:lstStyle/>
          <a:p>
            <a:endParaRPr lang="en-US"/>
          </a:p>
        </p:txBody>
      </p:sp>
      <p:sp>
        <p:nvSpPr>
          <p:cNvPr id="9" name="Freeform 9"/>
          <p:cNvSpPr/>
          <p:nvPr/>
        </p:nvSpPr>
        <p:spPr>
          <a:xfrm>
            <a:off x="422959" y="1028700"/>
            <a:ext cx="16988002" cy="8523292"/>
          </a:xfrm>
          <a:custGeom>
            <a:avLst/>
            <a:gdLst/>
            <a:ahLst/>
            <a:cxnLst/>
            <a:rect l="l" t="t" r="r" b="b"/>
            <a:pathLst>
              <a:path w="16988002" h="8523292">
                <a:moveTo>
                  <a:pt x="0" y="0"/>
                </a:moveTo>
                <a:lnTo>
                  <a:pt x="16988002" y="0"/>
                </a:lnTo>
                <a:lnTo>
                  <a:pt x="16988002" y="8523292"/>
                </a:lnTo>
                <a:lnTo>
                  <a:pt x="0" y="8523292"/>
                </a:lnTo>
                <a:lnTo>
                  <a:pt x="0" y="0"/>
                </a:lnTo>
                <a:close/>
              </a:path>
            </a:pathLst>
          </a:custGeom>
          <a:blipFill>
            <a:blip r:embed="rId13"/>
            <a:stretch>
              <a:fillRect t="-177" r="-450" b="-177"/>
            </a:stretch>
          </a:blipFill>
        </p:spPr>
        <p:txBody>
          <a:bodyPr/>
          <a:lstStyle/>
          <a:p>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C8EAFF"/>
        </a:solidFill>
        <a:effectLst/>
      </p:bgPr>
    </p:bg>
    <p:spTree>
      <p:nvGrpSpPr>
        <p:cNvPr id="1" name=""/>
        <p:cNvGrpSpPr/>
        <p:nvPr/>
      </p:nvGrpSpPr>
      <p:grpSpPr>
        <a:xfrm>
          <a:off x="0" y="0"/>
          <a:ext cx="0" cy="0"/>
          <a:chOff x="0" y="0"/>
          <a:chExt cx="0" cy="0"/>
        </a:xfrm>
      </p:grpSpPr>
      <p:sp>
        <p:nvSpPr>
          <p:cNvPr id="2" name="Freeform 2"/>
          <p:cNvSpPr/>
          <p:nvPr/>
        </p:nvSpPr>
        <p:spPr>
          <a:xfrm>
            <a:off x="0" y="0"/>
            <a:ext cx="18288006" cy="10287002"/>
          </a:xfrm>
          <a:custGeom>
            <a:avLst/>
            <a:gdLst/>
            <a:ahLst/>
            <a:cxnLst/>
            <a:rect l="l" t="t" r="r" b="b"/>
            <a:pathLst>
              <a:path w="18288006" h="10287002">
                <a:moveTo>
                  <a:pt x="0" y="0"/>
                </a:moveTo>
                <a:lnTo>
                  <a:pt x="18288006" y="0"/>
                </a:lnTo>
                <a:lnTo>
                  <a:pt x="18288006" y="10287002"/>
                </a:lnTo>
                <a:lnTo>
                  <a:pt x="0" y="10287002"/>
                </a:lnTo>
                <a:lnTo>
                  <a:pt x="0" y="0"/>
                </a:lnTo>
                <a:close/>
              </a:path>
            </a:pathLst>
          </a:custGeom>
          <a:blipFill>
            <a:blip r:embed="rId3">
              <a:alphaModFix amt="57999"/>
            </a:blip>
            <a:stretch>
              <a:fillRect/>
            </a:stretch>
          </a:blipFill>
        </p:spPr>
        <p:txBody>
          <a:bodyPr/>
          <a:lstStyle/>
          <a:p>
            <a:endParaRPr lang="en-US"/>
          </a:p>
        </p:txBody>
      </p:sp>
      <p:sp>
        <p:nvSpPr>
          <p:cNvPr id="3" name="Freeform 3"/>
          <p:cNvSpPr/>
          <p:nvPr/>
        </p:nvSpPr>
        <p:spPr>
          <a:xfrm>
            <a:off x="9563102" y="6385612"/>
            <a:ext cx="10591798" cy="5081356"/>
          </a:xfrm>
          <a:custGeom>
            <a:avLst/>
            <a:gdLst/>
            <a:ahLst/>
            <a:cxnLst/>
            <a:rect l="l" t="t" r="r" b="b"/>
            <a:pathLst>
              <a:path w="10591798" h="5081356">
                <a:moveTo>
                  <a:pt x="0" y="0"/>
                </a:moveTo>
                <a:lnTo>
                  <a:pt x="10591798" y="0"/>
                </a:lnTo>
                <a:lnTo>
                  <a:pt x="10591798" y="5081356"/>
                </a:lnTo>
                <a:lnTo>
                  <a:pt x="0" y="5081356"/>
                </a:lnTo>
                <a:lnTo>
                  <a:pt x="0" y="0"/>
                </a:lnTo>
                <a:close/>
              </a:path>
            </a:pathLst>
          </a:custGeom>
          <a:blipFill>
            <a:blip r:embed="rId4"/>
            <a:stretch>
              <a:fillRect/>
            </a:stretch>
          </a:blipFill>
        </p:spPr>
        <p:txBody>
          <a:bodyPr/>
          <a:lstStyle/>
          <a:p>
            <a:endParaRPr lang="en-US"/>
          </a:p>
        </p:txBody>
      </p:sp>
      <p:sp>
        <p:nvSpPr>
          <p:cNvPr id="4" name="Freeform 4"/>
          <p:cNvSpPr/>
          <p:nvPr/>
        </p:nvSpPr>
        <p:spPr>
          <a:xfrm>
            <a:off x="-2324098" y="6921768"/>
            <a:ext cx="10591798" cy="4572496"/>
          </a:xfrm>
          <a:custGeom>
            <a:avLst/>
            <a:gdLst/>
            <a:ahLst/>
            <a:cxnLst/>
            <a:rect l="l" t="t" r="r" b="b"/>
            <a:pathLst>
              <a:path w="10591798" h="4572496">
                <a:moveTo>
                  <a:pt x="0" y="0"/>
                </a:moveTo>
                <a:lnTo>
                  <a:pt x="10591798" y="0"/>
                </a:lnTo>
                <a:lnTo>
                  <a:pt x="10591798" y="4572496"/>
                </a:lnTo>
                <a:lnTo>
                  <a:pt x="0" y="4572496"/>
                </a:lnTo>
                <a:lnTo>
                  <a:pt x="0" y="0"/>
                </a:lnTo>
                <a:close/>
              </a:path>
            </a:pathLst>
          </a:custGeom>
          <a:blipFill>
            <a:blip r:embed="rId5"/>
            <a:stretch>
              <a:fillRect/>
            </a:stretch>
          </a:blipFill>
        </p:spPr>
        <p:txBody>
          <a:bodyPr/>
          <a:lstStyle/>
          <a:p>
            <a:endParaRPr lang="en-US"/>
          </a:p>
        </p:txBody>
      </p:sp>
      <p:sp>
        <p:nvSpPr>
          <p:cNvPr id="5" name="Freeform 5"/>
          <p:cNvSpPr/>
          <p:nvPr/>
        </p:nvSpPr>
        <p:spPr>
          <a:xfrm>
            <a:off x="-816648" y="213894"/>
            <a:ext cx="7103150" cy="10873200"/>
          </a:xfrm>
          <a:custGeom>
            <a:avLst/>
            <a:gdLst/>
            <a:ahLst/>
            <a:cxnLst/>
            <a:rect l="l" t="t" r="r" b="b"/>
            <a:pathLst>
              <a:path w="7103150" h="10873200">
                <a:moveTo>
                  <a:pt x="0" y="0"/>
                </a:moveTo>
                <a:lnTo>
                  <a:pt x="7103150" y="0"/>
                </a:lnTo>
                <a:lnTo>
                  <a:pt x="7103150" y="10873200"/>
                </a:lnTo>
                <a:lnTo>
                  <a:pt x="0" y="108732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6" name="Freeform 6"/>
          <p:cNvSpPr/>
          <p:nvPr/>
        </p:nvSpPr>
        <p:spPr>
          <a:xfrm>
            <a:off x="3638550" y="8062618"/>
            <a:ext cx="15392400" cy="2700650"/>
          </a:xfrm>
          <a:custGeom>
            <a:avLst/>
            <a:gdLst/>
            <a:ahLst/>
            <a:cxnLst/>
            <a:rect l="l" t="t" r="r" b="b"/>
            <a:pathLst>
              <a:path w="15392400" h="2700650">
                <a:moveTo>
                  <a:pt x="0" y="0"/>
                </a:moveTo>
                <a:lnTo>
                  <a:pt x="15392400" y="0"/>
                </a:lnTo>
                <a:lnTo>
                  <a:pt x="15392400" y="2700650"/>
                </a:lnTo>
                <a:lnTo>
                  <a:pt x="0" y="270065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US"/>
          </a:p>
        </p:txBody>
      </p:sp>
      <p:sp>
        <p:nvSpPr>
          <p:cNvPr id="7" name="Freeform 7"/>
          <p:cNvSpPr/>
          <p:nvPr/>
        </p:nvSpPr>
        <p:spPr>
          <a:xfrm>
            <a:off x="5682035" y="5650494"/>
            <a:ext cx="4501864" cy="4202613"/>
          </a:xfrm>
          <a:custGeom>
            <a:avLst/>
            <a:gdLst/>
            <a:ahLst/>
            <a:cxnLst/>
            <a:rect l="l" t="t" r="r" b="b"/>
            <a:pathLst>
              <a:path w="4501864" h="4202613">
                <a:moveTo>
                  <a:pt x="0" y="0"/>
                </a:moveTo>
                <a:lnTo>
                  <a:pt x="4501864" y="0"/>
                </a:lnTo>
                <a:lnTo>
                  <a:pt x="4501864" y="4202613"/>
                </a:lnTo>
                <a:lnTo>
                  <a:pt x="0" y="4202613"/>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US"/>
          </a:p>
        </p:txBody>
      </p:sp>
      <p:sp>
        <p:nvSpPr>
          <p:cNvPr id="8" name="Freeform 8"/>
          <p:cNvSpPr/>
          <p:nvPr/>
        </p:nvSpPr>
        <p:spPr>
          <a:xfrm>
            <a:off x="10987323" y="2423404"/>
            <a:ext cx="7007000" cy="5440192"/>
          </a:xfrm>
          <a:custGeom>
            <a:avLst/>
            <a:gdLst/>
            <a:ahLst/>
            <a:cxnLst/>
            <a:rect l="l" t="t" r="r" b="b"/>
            <a:pathLst>
              <a:path w="7007000" h="5440192">
                <a:moveTo>
                  <a:pt x="0" y="0"/>
                </a:moveTo>
                <a:lnTo>
                  <a:pt x="7007000" y="0"/>
                </a:lnTo>
                <a:lnTo>
                  <a:pt x="7007000" y="5440192"/>
                </a:lnTo>
                <a:lnTo>
                  <a:pt x="0" y="5440192"/>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endParaRPr lang="en-US"/>
          </a:p>
        </p:txBody>
      </p:sp>
      <p:grpSp>
        <p:nvGrpSpPr>
          <p:cNvPr id="9" name="Group 9"/>
          <p:cNvGrpSpPr/>
          <p:nvPr/>
        </p:nvGrpSpPr>
        <p:grpSpPr>
          <a:xfrm>
            <a:off x="15722244" y="6667646"/>
            <a:ext cx="284400" cy="284400"/>
            <a:chOff x="0" y="0"/>
            <a:chExt cx="379200" cy="379200"/>
          </a:xfrm>
        </p:grpSpPr>
        <p:sp>
          <p:nvSpPr>
            <p:cNvPr id="10" name="Freeform 10"/>
            <p:cNvSpPr/>
            <p:nvPr/>
          </p:nvSpPr>
          <p:spPr>
            <a:xfrm>
              <a:off x="0" y="0"/>
              <a:ext cx="379222" cy="379222"/>
            </a:xfrm>
            <a:custGeom>
              <a:avLst/>
              <a:gdLst/>
              <a:ahLst/>
              <a:cxnLst/>
              <a:rect l="l" t="t" r="r" b="b"/>
              <a:pathLst>
                <a:path w="379222" h="379222">
                  <a:moveTo>
                    <a:pt x="0" y="189611"/>
                  </a:moveTo>
                  <a:cubicBezTo>
                    <a:pt x="0" y="84836"/>
                    <a:pt x="84836" y="0"/>
                    <a:pt x="189611" y="0"/>
                  </a:cubicBezTo>
                  <a:cubicBezTo>
                    <a:pt x="294386" y="0"/>
                    <a:pt x="379222" y="84836"/>
                    <a:pt x="379222" y="189611"/>
                  </a:cubicBezTo>
                  <a:cubicBezTo>
                    <a:pt x="379222" y="294386"/>
                    <a:pt x="294259" y="379222"/>
                    <a:pt x="189611" y="379222"/>
                  </a:cubicBezTo>
                  <a:cubicBezTo>
                    <a:pt x="84963" y="379222"/>
                    <a:pt x="0" y="294259"/>
                    <a:pt x="0" y="189611"/>
                  </a:cubicBezTo>
                  <a:close/>
                </a:path>
              </a:pathLst>
            </a:custGeom>
            <a:solidFill>
              <a:srgbClr val="D6D4B2"/>
            </a:solidFill>
          </p:spPr>
          <p:txBody>
            <a:bodyPr/>
            <a:lstStyle/>
            <a:p>
              <a:endParaRPr lang="en-US"/>
            </a:p>
          </p:txBody>
        </p:sp>
      </p:grpSp>
      <p:sp>
        <p:nvSpPr>
          <p:cNvPr id="11" name="Freeform 11"/>
          <p:cNvSpPr/>
          <p:nvPr/>
        </p:nvSpPr>
        <p:spPr>
          <a:xfrm>
            <a:off x="11381523" y="2895423"/>
            <a:ext cx="6218600" cy="3490189"/>
          </a:xfrm>
          <a:custGeom>
            <a:avLst/>
            <a:gdLst/>
            <a:ahLst/>
            <a:cxnLst/>
            <a:rect l="l" t="t" r="r" b="b"/>
            <a:pathLst>
              <a:path w="6218600" h="3490189">
                <a:moveTo>
                  <a:pt x="0" y="0"/>
                </a:moveTo>
                <a:lnTo>
                  <a:pt x="6218600" y="0"/>
                </a:lnTo>
                <a:lnTo>
                  <a:pt x="6218600" y="3490189"/>
                </a:lnTo>
                <a:lnTo>
                  <a:pt x="0" y="3490189"/>
                </a:lnTo>
                <a:lnTo>
                  <a:pt x="0" y="0"/>
                </a:lnTo>
                <a:close/>
              </a:path>
            </a:pathLst>
          </a:custGeom>
          <a:blipFill>
            <a:blip r:embed="rId14"/>
            <a:stretch>
              <a:fillRect/>
            </a:stretch>
          </a:blipFill>
        </p:spPr>
        <p:txBody>
          <a:bodyPr/>
          <a:lstStyle/>
          <a:p>
            <a:endParaRPr lang="en-US"/>
          </a:p>
        </p:txBody>
      </p:sp>
      <p:sp>
        <p:nvSpPr>
          <p:cNvPr id="12" name="TextBox 12"/>
          <p:cNvSpPr txBox="1"/>
          <p:nvPr/>
        </p:nvSpPr>
        <p:spPr>
          <a:xfrm>
            <a:off x="195607" y="581025"/>
            <a:ext cx="11646541" cy="9744075"/>
          </a:xfrm>
          <a:prstGeom prst="rect">
            <a:avLst/>
          </a:prstGeom>
        </p:spPr>
        <p:txBody>
          <a:bodyPr lIns="0" tIns="0" rIns="0" bIns="0" rtlCol="0" anchor="t">
            <a:spAutoFit/>
          </a:bodyPr>
          <a:lstStyle/>
          <a:p>
            <a:pPr algn="l">
              <a:lnSpc>
                <a:spcPts val="4810"/>
              </a:lnSpc>
            </a:pPr>
            <a:r>
              <a:rPr lang="en-US" sz="4008" u="sng">
                <a:solidFill>
                  <a:srgbClr val="13394F"/>
                </a:solidFill>
                <a:latin typeface="Lexend Deca"/>
                <a:ea typeface="Lexend Deca"/>
                <a:cs typeface="Lexend Deca"/>
                <a:sym typeface="Lexend Deca"/>
              </a:rPr>
              <a:t>Description</a:t>
            </a:r>
          </a:p>
          <a:p>
            <a:pPr algn="l">
              <a:lnSpc>
                <a:spcPts val="4810"/>
              </a:lnSpc>
            </a:pPr>
            <a:r>
              <a:rPr lang="en-US" sz="4008">
                <a:solidFill>
                  <a:srgbClr val="13394F"/>
                </a:solidFill>
                <a:latin typeface="Lexend Deca"/>
                <a:ea typeface="Lexend Deca"/>
                <a:cs typeface="Lexend Deca"/>
                <a:sym typeface="Lexend Deca"/>
              </a:rPr>
              <a:t>This page allows administrators to</a:t>
            </a:r>
          </a:p>
          <a:p>
            <a:pPr algn="l">
              <a:lnSpc>
                <a:spcPts val="4810"/>
              </a:lnSpc>
            </a:pPr>
            <a:r>
              <a:rPr lang="en-US" sz="4008">
                <a:solidFill>
                  <a:srgbClr val="13394F"/>
                </a:solidFill>
                <a:latin typeface="Lexend Deca"/>
                <a:ea typeface="Lexend Deca"/>
                <a:cs typeface="Lexend Deca"/>
                <a:sym typeface="Lexend Deca"/>
              </a:rPr>
              <a:t>manage airport information.</a:t>
            </a:r>
          </a:p>
          <a:p>
            <a:pPr algn="l">
              <a:lnSpc>
                <a:spcPts val="4810"/>
              </a:lnSpc>
            </a:pPr>
            <a:endParaRPr lang="en-US" sz="4008">
              <a:solidFill>
                <a:srgbClr val="13394F"/>
              </a:solidFill>
              <a:latin typeface="Lexend Deca"/>
              <a:ea typeface="Lexend Deca"/>
              <a:cs typeface="Lexend Deca"/>
              <a:sym typeface="Lexend Deca"/>
            </a:endParaRPr>
          </a:p>
          <a:p>
            <a:pPr algn="l">
              <a:lnSpc>
                <a:spcPts val="4810"/>
              </a:lnSpc>
            </a:pPr>
            <a:r>
              <a:rPr lang="en-US" sz="4008" u="sng">
                <a:solidFill>
                  <a:srgbClr val="13394F"/>
                </a:solidFill>
                <a:latin typeface="Lexend Deca"/>
                <a:ea typeface="Lexend Deca"/>
                <a:cs typeface="Lexend Deca"/>
                <a:sym typeface="Lexend Deca"/>
              </a:rPr>
              <a:t>Functionalities</a:t>
            </a:r>
          </a:p>
          <a:p>
            <a:pPr marL="865504" lvl="1" indent="-432752" algn="l">
              <a:lnSpc>
                <a:spcPts val="4810"/>
              </a:lnSpc>
              <a:buFont typeface="Arial"/>
              <a:buChar char="•"/>
            </a:pPr>
            <a:r>
              <a:rPr lang="en-US" sz="4008">
                <a:solidFill>
                  <a:srgbClr val="13394F"/>
                </a:solidFill>
                <a:latin typeface="Lexend Deca"/>
                <a:ea typeface="Lexend Deca"/>
                <a:cs typeface="Lexend Deca"/>
                <a:sym typeface="Lexend Deca"/>
              </a:rPr>
              <a:t>Update airport details</a:t>
            </a:r>
          </a:p>
          <a:p>
            <a:pPr marL="865504" lvl="1" indent="-432752" algn="l">
              <a:lnSpc>
                <a:spcPts val="4810"/>
              </a:lnSpc>
              <a:buFont typeface="Arial"/>
              <a:buChar char="•"/>
            </a:pPr>
            <a:r>
              <a:rPr lang="en-US" sz="4008">
                <a:solidFill>
                  <a:srgbClr val="13394F"/>
                </a:solidFill>
                <a:latin typeface="Lexend Deca"/>
                <a:ea typeface="Lexend Deca"/>
                <a:cs typeface="Lexend Deca"/>
                <a:sym typeface="Lexend Deca"/>
              </a:rPr>
              <a:t>Delete airport</a:t>
            </a:r>
          </a:p>
          <a:p>
            <a:pPr marL="865504" lvl="1" indent="-432752" algn="l">
              <a:lnSpc>
                <a:spcPts val="4810"/>
              </a:lnSpc>
              <a:buFont typeface="Arial"/>
              <a:buChar char="•"/>
            </a:pPr>
            <a:r>
              <a:rPr lang="en-US" sz="4008">
                <a:solidFill>
                  <a:srgbClr val="13394F"/>
                </a:solidFill>
                <a:latin typeface="Lexend Deca"/>
                <a:ea typeface="Lexend Deca"/>
                <a:cs typeface="Lexend Deca"/>
                <a:sym typeface="Lexend Deca"/>
              </a:rPr>
              <a:t>Display airports list</a:t>
            </a:r>
          </a:p>
          <a:p>
            <a:pPr marL="865504" lvl="1" indent="-432752" algn="l">
              <a:lnSpc>
                <a:spcPts val="4810"/>
              </a:lnSpc>
              <a:buFont typeface="Arial"/>
              <a:buChar char="•"/>
            </a:pPr>
            <a:r>
              <a:rPr lang="en-US" sz="4008">
                <a:solidFill>
                  <a:srgbClr val="13394F"/>
                </a:solidFill>
                <a:latin typeface="Lexend Deca"/>
                <a:ea typeface="Lexend Deca"/>
                <a:cs typeface="Lexend Deca"/>
                <a:sym typeface="Lexend Deca"/>
              </a:rPr>
              <a:t>Navigate to : </a:t>
            </a:r>
          </a:p>
          <a:p>
            <a:pPr marL="1731007" lvl="2" indent="-577002" algn="l">
              <a:lnSpc>
                <a:spcPts val="4810"/>
              </a:lnSpc>
              <a:buFont typeface="Arial"/>
              <a:buChar char="⚬"/>
            </a:pPr>
            <a:r>
              <a:rPr lang="en-US" sz="4008">
                <a:solidFill>
                  <a:srgbClr val="13394F"/>
                </a:solidFill>
                <a:latin typeface="Lexend Deca"/>
                <a:ea typeface="Lexend Deca"/>
                <a:cs typeface="Lexend Deca"/>
                <a:sym typeface="Lexend Deca"/>
              </a:rPr>
              <a:t>Manage flights</a:t>
            </a:r>
          </a:p>
          <a:p>
            <a:pPr marL="1731007" lvl="2" indent="-577002" algn="l">
              <a:lnSpc>
                <a:spcPts val="4810"/>
              </a:lnSpc>
              <a:buFont typeface="Arial"/>
              <a:buChar char="⚬"/>
            </a:pPr>
            <a:r>
              <a:rPr lang="en-US" sz="4008">
                <a:solidFill>
                  <a:srgbClr val="13394F"/>
                </a:solidFill>
                <a:latin typeface="Lexend Deca"/>
                <a:ea typeface="Lexend Deca"/>
                <a:cs typeface="Lexend Deca"/>
                <a:sym typeface="Lexend Deca"/>
              </a:rPr>
              <a:t>Admin account</a:t>
            </a:r>
          </a:p>
          <a:p>
            <a:pPr marL="1731007" lvl="2" indent="-577002" algn="l">
              <a:lnSpc>
                <a:spcPts val="4810"/>
              </a:lnSpc>
              <a:buFont typeface="Arial"/>
              <a:buChar char="⚬"/>
            </a:pPr>
            <a:r>
              <a:rPr lang="en-US" sz="4008">
                <a:solidFill>
                  <a:srgbClr val="13394F"/>
                </a:solidFill>
                <a:latin typeface="Lexend Deca"/>
                <a:ea typeface="Lexend Deca"/>
                <a:cs typeface="Lexend Deca"/>
                <a:sym typeface="Lexend Deca"/>
              </a:rPr>
              <a:t>Flights</a:t>
            </a:r>
          </a:p>
          <a:p>
            <a:pPr algn="l">
              <a:lnSpc>
                <a:spcPts val="4810"/>
              </a:lnSpc>
            </a:pPr>
            <a:endParaRPr lang="en-US" sz="4008">
              <a:solidFill>
                <a:srgbClr val="13394F"/>
              </a:solidFill>
              <a:latin typeface="Lexend Deca"/>
              <a:ea typeface="Lexend Deca"/>
              <a:cs typeface="Lexend Deca"/>
              <a:sym typeface="Lexend Deca"/>
            </a:endParaRPr>
          </a:p>
          <a:p>
            <a:pPr algn="l">
              <a:lnSpc>
                <a:spcPts val="4810"/>
              </a:lnSpc>
            </a:pPr>
            <a:r>
              <a:rPr lang="en-US" sz="4008" u="sng">
                <a:solidFill>
                  <a:srgbClr val="13394F"/>
                </a:solidFill>
                <a:latin typeface="Lexend Deca"/>
                <a:ea typeface="Lexend Deca"/>
                <a:cs typeface="Lexend Deca"/>
                <a:sym typeface="Lexend Deca"/>
              </a:rPr>
              <a:t>Access Level</a:t>
            </a:r>
          </a:p>
          <a:p>
            <a:pPr algn="l">
              <a:lnSpc>
                <a:spcPts val="4810"/>
              </a:lnSpc>
            </a:pPr>
            <a:r>
              <a:rPr lang="en-US" sz="4008">
                <a:solidFill>
                  <a:srgbClr val="13394F"/>
                </a:solidFill>
                <a:latin typeface="Lexend Deca"/>
                <a:ea typeface="Lexend Deca"/>
                <a:cs typeface="Lexend Deca"/>
                <a:sym typeface="Lexend Deca"/>
              </a:rPr>
              <a:t>Admin</a:t>
            </a:r>
          </a:p>
          <a:p>
            <a:pPr algn="l">
              <a:lnSpc>
                <a:spcPts val="4810"/>
              </a:lnSpc>
            </a:pPr>
            <a:endParaRPr lang="en-US" sz="4008">
              <a:solidFill>
                <a:srgbClr val="13394F"/>
              </a:solidFill>
              <a:latin typeface="Lexend Deca"/>
              <a:ea typeface="Lexend Deca"/>
              <a:cs typeface="Lexend Deca"/>
              <a:sym typeface="Lexend Deca"/>
            </a:endParaRPr>
          </a:p>
        </p:txBody>
      </p:sp>
      <p:grpSp>
        <p:nvGrpSpPr>
          <p:cNvPr id="13" name="Group 13"/>
          <p:cNvGrpSpPr/>
          <p:nvPr/>
        </p:nvGrpSpPr>
        <p:grpSpPr>
          <a:xfrm>
            <a:off x="10073154" y="753889"/>
            <a:ext cx="7921169" cy="1144855"/>
            <a:chOff x="0" y="0"/>
            <a:chExt cx="9059516" cy="1309381"/>
          </a:xfrm>
        </p:grpSpPr>
        <p:sp>
          <p:nvSpPr>
            <p:cNvPr id="14" name="Freeform 14"/>
            <p:cNvSpPr/>
            <p:nvPr/>
          </p:nvSpPr>
          <p:spPr>
            <a:xfrm>
              <a:off x="0" y="0"/>
              <a:ext cx="9059473" cy="1309429"/>
            </a:xfrm>
            <a:custGeom>
              <a:avLst/>
              <a:gdLst/>
              <a:ahLst/>
              <a:cxnLst/>
              <a:rect l="l" t="t" r="r" b="b"/>
              <a:pathLst>
                <a:path w="9059473" h="1309429">
                  <a:moveTo>
                    <a:pt x="0" y="0"/>
                  </a:moveTo>
                  <a:lnTo>
                    <a:pt x="9059473" y="0"/>
                  </a:lnTo>
                  <a:lnTo>
                    <a:pt x="9059473" y="1309429"/>
                  </a:lnTo>
                  <a:lnTo>
                    <a:pt x="0" y="1309429"/>
                  </a:lnTo>
                  <a:close/>
                </a:path>
              </a:pathLst>
            </a:custGeom>
            <a:solidFill>
              <a:srgbClr val="FFFFFF">
                <a:alpha val="11765"/>
              </a:srgbClr>
            </a:solidFill>
          </p:spPr>
          <p:txBody>
            <a:bodyPr/>
            <a:lstStyle/>
            <a:p>
              <a:endParaRPr lang="en-US"/>
            </a:p>
          </p:txBody>
        </p:sp>
        <p:sp>
          <p:nvSpPr>
            <p:cNvPr id="15" name="TextBox 15"/>
            <p:cNvSpPr txBox="1"/>
            <p:nvPr/>
          </p:nvSpPr>
          <p:spPr>
            <a:xfrm>
              <a:off x="0" y="0"/>
              <a:ext cx="9059516" cy="1309381"/>
            </a:xfrm>
            <a:prstGeom prst="rect">
              <a:avLst/>
            </a:prstGeom>
          </p:spPr>
          <p:txBody>
            <a:bodyPr lIns="59223" tIns="59223" rIns="59223" bIns="59223" rtlCol="0" anchor="ctr"/>
            <a:lstStyle/>
            <a:p>
              <a:pPr algn="ctr">
                <a:lnSpc>
                  <a:spcPts val="5595"/>
                </a:lnSpc>
              </a:pPr>
              <a:r>
                <a:rPr lang="en-US" sz="4663">
                  <a:solidFill>
                    <a:srgbClr val="13394F"/>
                  </a:solidFill>
                  <a:latin typeface="Lexend Deca"/>
                  <a:ea typeface="Lexend Deca"/>
                  <a:cs typeface="Lexend Deca"/>
                  <a:sym typeface="Lexend Deca"/>
                </a:rPr>
                <a:t>3.11 Manage Airport Page</a:t>
              </a:r>
            </a:p>
          </p:txBody>
        </p:sp>
      </p:gr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C8EAFF"/>
        </a:solidFill>
        <a:effectLst/>
      </p:bgPr>
    </p:bg>
    <p:spTree>
      <p:nvGrpSpPr>
        <p:cNvPr id="1" name=""/>
        <p:cNvGrpSpPr/>
        <p:nvPr/>
      </p:nvGrpSpPr>
      <p:grpSpPr>
        <a:xfrm>
          <a:off x="0" y="0"/>
          <a:ext cx="0" cy="0"/>
          <a:chOff x="0" y="0"/>
          <a:chExt cx="0" cy="0"/>
        </a:xfrm>
      </p:grpSpPr>
      <p:sp>
        <p:nvSpPr>
          <p:cNvPr id="2" name="Freeform 2"/>
          <p:cNvSpPr/>
          <p:nvPr/>
        </p:nvSpPr>
        <p:spPr>
          <a:xfrm>
            <a:off x="0" y="0"/>
            <a:ext cx="18288006" cy="10287002"/>
          </a:xfrm>
          <a:custGeom>
            <a:avLst/>
            <a:gdLst/>
            <a:ahLst/>
            <a:cxnLst/>
            <a:rect l="l" t="t" r="r" b="b"/>
            <a:pathLst>
              <a:path w="18288006" h="10287002">
                <a:moveTo>
                  <a:pt x="0" y="0"/>
                </a:moveTo>
                <a:lnTo>
                  <a:pt x="18288006" y="0"/>
                </a:lnTo>
                <a:lnTo>
                  <a:pt x="18288006" y="10287002"/>
                </a:lnTo>
                <a:lnTo>
                  <a:pt x="0" y="10287002"/>
                </a:lnTo>
                <a:lnTo>
                  <a:pt x="0" y="0"/>
                </a:lnTo>
                <a:close/>
              </a:path>
            </a:pathLst>
          </a:custGeom>
          <a:blipFill>
            <a:blip r:embed="rId3">
              <a:alphaModFix amt="57999"/>
            </a:blip>
            <a:stretch>
              <a:fillRect/>
            </a:stretch>
          </a:blipFill>
        </p:spPr>
        <p:txBody>
          <a:bodyPr/>
          <a:lstStyle/>
          <a:p>
            <a:endParaRPr lang="en-US"/>
          </a:p>
        </p:txBody>
      </p:sp>
      <p:sp>
        <p:nvSpPr>
          <p:cNvPr id="3" name="Freeform 3"/>
          <p:cNvSpPr/>
          <p:nvPr/>
        </p:nvSpPr>
        <p:spPr>
          <a:xfrm>
            <a:off x="12668252" y="-1883382"/>
            <a:ext cx="10591798" cy="4572496"/>
          </a:xfrm>
          <a:custGeom>
            <a:avLst/>
            <a:gdLst/>
            <a:ahLst/>
            <a:cxnLst/>
            <a:rect l="l" t="t" r="r" b="b"/>
            <a:pathLst>
              <a:path w="10591798" h="4572496">
                <a:moveTo>
                  <a:pt x="0" y="0"/>
                </a:moveTo>
                <a:lnTo>
                  <a:pt x="10591798" y="0"/>
                </a:lnTo>
                <a:lnTo>
                  <a:pt x="10591798" y="4572496"/>
                </a:lnTo>
                <a:lnTo>
                  <a:pt x="0" y="4572496"/>
                </a:lnTo>
                <a:lnTo>
                  <a:pt x="0" y="0"/>
                </a:lnTo>
                <a:close/>
              </a:path>
            </a:pathLst>
          </a:custGeom>
          <a:blipFill>
            <a:blip r:embed="rId4"/>
            <a:stretch>
              <a:fillRect/>
            </a:stretch>
          </a:blipFill>
        </p:spPr>
        <p:txBody>
          <a:bodyPr/>
          <a:lstStyle/>
          <a:p>
            <a:endParaRPr lang="en-US"/>
          </a:p>
        </p:txBody>
      </p:sp>
      <p:sp>
        <p:nvSpPr>
          <p:cNvPr id="4" name="Freeform 4"/>
          <p:cNvSpPr/>
          <p:nvPr/>
        </p:nvSpPr>
        <p:spPr>
          <a:xfrm>
            <a:off x="11565652" y="7300104"/>
            <a:ext cx="10591798" cy="4503776"/>
          </a:xfrm>
          <a:custGeom>
            <a:avLst/>
            <a:gdLst/>
            <a:ahLst/>
            <a:cxnLst/>
            <a:rect l="l" t="t" r="r" b="b"/>
            <a:pathLst>
              <a:path w="10591798" h="4503776">
                <a:moveTo>
                  <a:pt x="0" y="0"/>
                </a:moveTo>
                <a:lnTo>
                  <a:pt x="10591798" y="0"/>
                </a:lnTo>
                <a:lnTo>
                  <a:pt x="10591798" y="4503776"/>
                </a:lnTo>
                <a:lnTo>
                  <a:pt x="0" y="4503776"/>
                </a:lnTo>
                <a:lnTo>
                  <a:pt x="0" y="0"/>
                </a:lnTo>
                <a:close/>
              </a:path>
            </a:pathLst>
          </a:custGeom>
          <a:blipFill>
            <a:blip r:embed="rId5"/>
            <a:stretch>
              <a:fillRect/>
            </a:stretch>
          </a:blipFill>
        </p:spPr>
        <p:txBody>
          <a:bodyPr/>
          <a:lstStyle/>
          <a:p>
            <a:endParaRPr lang="en-US"/>
          </a:p>
        </p:txBody>
      </p:sp>
      <p:sp>
        <p:nvSpPr>
          <p:cNvPr id="5" name="Freeform 5"/>
          <p:cNvSpPr/>
          <p:nvPr/>
        </p:nvSpPr>
        <p:spPr>
          <a:xfrm flipH="1">
            <a:off x="-4686298" y="-1883380"/>
            <a:ext cx="10591796" cy="4814492"/>
          </a:xfrm>
          <a:custGeom>
            <a:avLst/>
            <a:gdLst/>
            <a:ahLst/>
            <a:cxnLst/>
            <a:rect l="l" t="t" r="r" b="b"/>
            <a:pathLst>
              <a:path w="10591796" h="4814492">
                <a:moveTo>
                  <a:pt x="10591796" y="0"/>
                </a:moveTo>
                <a:lnTo>
                  <a:pt x="0" y="0"/>
                </a:lnTo>
                <a:lnTo>
                  <a:pt x="0" y="4814492"/>
                </a:lnTo>
                <a:lnTo>
                  <a:pt x="10591796" y="4814492"/>
                </a:lnTo>
                <a:lnTo>
                  <a:pt x="10591796" y="0"/>
                </a:lnTo>
                <a:close/>
              </a:path>
            </a:pathLst>
          </a:custGeom>
          <a:blipFill>
            <a:blip r:embed="rId6"/>
            <a:stretch>
              <a:fillRect/>
            </a:stretch>
          </a:blipFill>
        </p:spPr>
        <p:txBody>
          <a:bodyPr/>
          <a:lstStyle/>
          <a:p>
            <a:endParaRPr lang="en-US"/>
          </a:p>
        </p:txBody>
      </p:sp>
      <p:sp>
        <p:nvSpPr>
          <p:cNvPr id="6" name="Freeform 6"/>
          <p:cNvSpPr/>
          <p:nvPr/>
        </p:nvSpPr>
        <p:spPr>
          <a:xfrm>
            <a:off x="15042189" y="8257445"/>
            <a:ext cx="4154838" cy="4109514"/>
          </a:xfrm>
          <a:custGeom>
            <a:avLst/>
            <a:gdLst/>
            <a:ahLst/>
            <a:cxnLst/>
            <a:rect l="l" t="t" r="r" b="b"/>
            <a:pathLst>
              <a:path w="4154838" h="4109514">
                <a:moveTo>
                  <a:pt x="0" y="0"/>
                </a:moveTo>
                <a:lnTo>
                  <a:pt x="4154838" y="0"/>
                </a:lnTo>
                <a:lnTo>
                  <a:pt x="4154838" y="4109514"/>
                </a:lnTo>
                <a:lnTo>
                  <a:pt x="0" y="4109514"/>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US"/>
          </a:p>
        </p:txBody>
      </p:sp>
      <p:sp>
        <p:nvSpPr>
          <p:cNvPr id="7" name="Freeform 7"/>
          <p:cNvSpPr/>
          <p:nvPr/>
        </p:nvSpPr>
        <p:spPr>
          <a:xfrm>
            <a:off x="8077200" y="-666750"/>
            <a:ext cx="10706100" cy="5886450"/>
          </a:xfrm>
          <a:custGeom>
            <a:avLst/>
            <a:gdLst/>
            <a:ahLst/>
            <a:cxnLst/>
            <a:rect l="l" t="t" r="r" b="b"/>
            <a:pathLst>
              <a:path w="10706100" h="5886450">
                <a:moveTo>
                  <a:pt x="0" y="0"/>
                </a:moveTo>
                <a:lnTo>
                  <a:pt x="10706100" y="0"/>
                </a:lnTo>
                <a:lnTo>
                  <a:pt x="10706100" y="5886450"/>
                </a:lnTo>
                <a:lnTo>
                  <a:pt x="0" y="5886450"/>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US"/>
          </a:p>
        </p:txBody>
      </p:sp>
      <p:sp>
        <p:nvSpPr>
          <p:cNvPr id="8" name="Freeform 8"/>
          <p:cNvSpPr/>
          <p:nvPr/>
        </p:nvSpPr>
        <p:spPr>
          <a:xfrm>
            <a:off x="-590550" y="7429500"/>
            <a:ext cx="15773400" cy="3714750"/>
          </a:xfrm>
          <a:custGeom>
            <a:avLst/>
            <a:gdLst/>
            <a:ahLst/>
            <a:cxnLst/>
            <a:rect l="l" t="t" r="r" b="b"/>
            <a:pathLst>
              <a:path w="15773400" h="3714750">
                <a:moveTo>
                  <a:pt x="0" y="0"/>
                </a:moveTo>
                <a:lnTo>
                  <a:pt x="15773400" y="0"/>
                </a:lnTo>
                <a:lnTo>
                  <a:pt x="15773400" y="3714750"/>
                </a:lnTo>
                <a:lnTo>
                  <a:pt x="0" y="3714750"/>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txBody>
          <a:bodyPr/>
          <a:lstStyle/>
          <a:p>
            <a:endParaRPr lang="en-US"/>
          </a:p>
        </p:txBody>
      </p:sp>
      <p:sp>
        <p:nvSpPr>
          <p:cNvPr id="9" name="Freeform 9"/>
          <p:cNvSpPr/>
          <p:nvPr/>
        </p:nvSpPr>
        <p:spPr>
          <a:xfrm>
            <a:off x="1157326" y="1028700"/>
            <a:ext cx="15962282" cy="8143182"/>
          </a:xfrm>
          <a:custGeom>
            <a:avLst/>
            <a:gdLst/>
            <a:ahLst/>
            <a:cxnLst/>
            <a:rect l="l" t="t" r="r" b="b"/>
            <a:pathLst>
              <a:path w="15962282" h="8143182">
                <a:moveTo>
                  <a:pt x="0" y="0"/>
                </a:moveTo>
                <a:lnTo>
                  <a:pt x="15962282" y="0"/>
                </a:lnTo>
                <a:lnTo>
                  <a:pt x="15962282" y="8143182"/>
                </a:lnTo>
                <a:lnTo>
                  <a:pt x="0" y="8143182"/>
                </a:lnTo>
                <a:lnTo>
                  <a:pt x="0" y="0"/>
                </a:lnTo>
                <a:close/>
              </a:path>
            </a:pathLst>
          </a:custGeom>
          <a:blipFill>
            <a:blip r:embed="rId13"/>
            <a:stretch>
              <a:fillRect l="-104" r="-666"/>
            </a:stretch>
          </a:blipFill>
        </p:spPr>
        <p:txBody>
          <a:bodyPr/>
          <a:lstStyle/>
          <a:p>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C8EAFF"/>
        </a:solidFill>
        <a:effectLst/>
      </p:bgPr>
    </p:bg>
    <p:spTree>
      <p:nvGrpSpPr>
        <p:cNvPr id="1" name=""/>
        <p:cNvGrpSpPr/>
        <p:nvPr/>
      </p:nvGrpSpPr>
      <p:grpSpPr>
        <a:xfrm>
          <a:off x="0" y="0"/>
          <a:ext cx="0" cy="0"/>
          <a:chOff x="0" y="0"/>
          <a:chExt cx="0" cy="0"/>
        </a:xfrm>
      </p:grpSpPr>
      <p:sp>
        <p:nvSpPr>
          <p:cNvPr id="2" name="Freeform 2"/>
          <p:cNvSpPr/>
          <p:nvPr/>
        </p:nvSpPr>
        <p:spPr>
          <a:xfrm>
            <a:off x="0" y="0"/>
            <a:ext cx="18288006" cy="10287002"/>
          </a:xfrm>
          <a:custGeom>
            <a:avLst/>
            <a:gdLst/>
            <a:ahLst/>
            <a:cxnLst/>
            <a:rect l="l" t="t" r="r" b="b"/>
            <a:pathLst>
              <a:path w="18288006" h="10287002">
                <a:moveTo>
                  <a:pt x="0" y="0"/>
                </a:moveTo>
                <a:lnTo>
                  <a:pt x="18288006" y="0"/>
                </a:lnTo>
                <a:lnTo>
                  <a:pt x="18288006" y="10287002"/>
                </a:lnTo>
                <a:lnTo>
                  <a:pt x="0" y="10287002"/>
                </a:lnTo>
                <a:lnTo>
                  <a:pt x="0" y="0"/>
                </a:lnTo>
                <a:close/>
              </a:path>
            </a:pathLst>
          </a:custGeom>
          <a:blipFill>
            <a:blip r:embed="rId3">
              <a:alphaModFix amt="57999"/>
            </a:blip>
            <a:stretch>
              <a:fillRect/>
            </a:stretch>
          </a:blipFill>
        </p:spPr>
        <p:txBody>
          <a:bodyPr/>
          <a:lstStyle/>
          <a:p>
            <a:endParaRPr lang="en-US"/>
          </a:p>
        </p:txBody>
      </p:sp>
      <p:sp>
        <p:nvSpPr>
          <p:cNvPr id="3" name="Freeform 3"/>
          <p:cNvSpPr/>
          <p:nvPr/>
        </p:nvSpPr>
        <p:spPr>
          <a:xfrm>
            <a:off x="9563102" y="6385612"/>
            <a:ext cx="10591798" cy="5081356"/>
          </a:xfrm>
          <a:custGeom>
            <a:avLst/>
            <a:gdLst/>
            <a:ahLst/>
            <a:cxnLst/>
            <a:rect l="l" t="t" r="r" b="b"/>
            <a:pathLst>
              <a:path w="10591798" h="5081356">
                <a:moveTo>
                  <a:pt x="0" y="0"/>
                </a:moveTo>
                <a:lnTo>
                  <a:pt x="10591798" y="0"/>
                </a:lnTo>
                <a:lnTo>
                  <a:pt x="10591798" y="5081356"/>
                </a:lnTo>
                <a:lnTo>
                  <a:pt x="0" y="5081356"/>
                </a:lnTo>
                <a:lnTo>
                  <a:pt x="0" y="0"/>
                </a:lnTo>
                <a:close/>
              </a:path>
            </a:pathLst>
          </a:custGeom>
          <a:blipFill>
            <a:blip r:embed="rId4"/>
            <a:stretch>
              <a:fillRect/>
            </a:stretch>
          </a:blipFill>
        </p:spPr>
        <p:txBody>
          <a:bodyPr/>
          <a:lstStyle/>
          <a:p>
            <a:endParaRPr lang="en-US"/>
          </a:p>
        </p:txBody>
      </p:sp>
      <p:sp>
        <p:nvSpPr>
          <p:cNvPr id="4" name="Freeform 4"/>
          <p:cNvSpPr/>
          <p:nvPr/>
        </p:nvSpPr>
        <p:spPr>
          <a:xfrm>
            <a:off x="-2324098" y="6921768"/>
            <a:ext cx="10591798" cy="4572496"/>
          </a:xfrm>
          <a:custGeom>
            <a:avLst/>
            <a:gdLst/>
            <a:ahLst/>
            <a:cxnLst/>
            <a:rect l="l" t="t" r="r" b="b"/>
            <a:pathLst>
              <a:path w="10591798" h="4572496">
                <a:moveTo>
                  <a:pt x="0" y="0"/>
                </a:moveTo>
                <a:lnTo>
                  <a:pt x="10591798" y="0"/>
                </a:lnTo>
                <a:lnTo>
                  <a:pt x="10591798" y="4572496"/>
                </a:lnTo>
                <a:lnTo>
                  <a:pt x="0" y="4572496"/>
                </a:lnTo>
                <a:lnTo>
                  <a:pt x="0" y="0"/>
                </a:lnTo>
                <a:close/>
              </a:path>
            </a:pathLst>
          </a:custGeom>
          <a:blipFill>
            <a:blip r:embed="rId5"/>
            <a:stretch>
              <a:fillRect/>
            </a:stretch>
          </a:blipFill>
        </p:spPr>
        <p:txBody>
          <a:bodyPr/>
          <a:lstStyle/>
          <a:p>
            <a:endParaRPr lang="en-US"/>
          </a:p>
        </p:txBody>
      </p:sp>
      <p:sp>
        <p:nvSpPr>
          <p:cNvPr id="5" name="Freeform 5"/>
          <p:cNvSpPr/>
          <p:nvPr/>
        </p:nvSpPr>
        <p:spPr>
          <a:xfrm>
            <a:off x="-816648" y="213894"/>
            <a:ext cx="7103150" cy="10873200"/>
          </a:xfrm>
          <a:custGeom>
            <a:avLst/>
            <a:gdLst/>
            <a:ahLst/>
            <a:cxnLst/>
            <a:rect l="l" t="t" r="r" b="b"/>
            <a:pathLst>
              <a:path w="7103150" h="10873200">
                <a:moveTo>
                  <a:pt x="0" y="0"/>
                </a:moveTo>
                <a:lnTo>
                  <a:pt x="7103150" y="0"/>
                </a:lnTo>
                <a:lnTo>
                  <a:pt x="7103150" y="10873200"/>
                </a:lnTo>
                <a:lnTo>
                  <a:pt x="0" y="108732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6" name="Freeform 6"/>
          <p:cNvSpPr/>
          <p:nvPr/>
        </p:nvSpPr>
        <p:spPr>
          <a:xfrm>
            <a:off x="3638550" y="8062618"/>
            <a:ext cx="15392400" cy="2700650"/>
          </a:xfrm>
          <a:custGeom>
            <a:avLst/>
            <a:gdLst/>
            <a:ahLst/>
            <a:cxnLst/>
            <a:rect l="l" t="t" r="r" b="b"/>
            <a:pathLst>
              <a:path w="15392400" h="2700650">
                <a:moveTo>
                  <a:pt x="0" y="0"/>
                </a:moveTo>
                <a:lnTo>
                  <a:pt x="15392400" y="0"/>
                </a:lnTo>
                <a:lnTo>
                  <a:pt x="15392400" y="2700650"/>
                </a:lnTo>
                <a:lnTo>
                  <a:pt x="0" y="270065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US"/>
          </a:p>
        </p:txBody>
      </p:sp>
      <p:sp>
        <p:nvSpPr>
          <p:cNvPr id="7" name="Freeform 7"/>
          <p:cNvSpPr/>
          <p:nvPr/>
        </p:nvSpPr>
        <p:spPr>
          <a:xfrm>
            <a:off x="5682035" y="5650494"/>
            <a:ext cx="4501864" cy="4202613"/>
          </a:xfrm>
          <a:custGeom>
            <a:avLst/>
            <a:gdLst/>
            <a:ahLst/>
            <a:cxnLst/>
            <a:rect l="l" t="t" r="r" b="b"/>
            <a:pathLst>
              <a:path w="4501864" h="4202613">
                <a:moveTo>
                  <a:pt x="0" y="0"/>
                </a:moveTo>
                <a:lnTo>
                  <a:pt x="4501864" y="0"/>
                </a:lnTo>
                <a:lnTo>
                  <a:pt x="4501864" y="4202613"/>
                </a:lnTo>
                <a:lnTo>
                  <a:pt x="0" y="4202613"/>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US"/>
          </a:p>
        </p:txBody>
      </p:sp>
      <p:sp>
        <p:nvSpPr>
          <p:cNvPr id="8" name="Freeform 8"/>
          <p:cNvSpPr/>
          <p:nvPr/>
        </p:nvSpPr>
        <p:spPr>
          <a:xfrm>
            <a:off x="10987323" y="2423404"/>
            <a:ext cx="7007000" cy="5440192"/>
          </a:xfrm>
          <a:custGeom>
            <a:avLst/>
            <a:gdLst/>
            <a:ahLst/>
            <a:cxnLst/>
            <a:rect l="l" t="t" r="r" b="b"/>
            <a:pathLst>
              <a:path w="7007000" h="5440192">
                <a:moveTo>
                  <a:pt x="0" y="0"/>
                </a:moveTo>
                <a:lnTo>
                  <a:pt x="7007000" y="0"/>
                </a:lnTo>
                <a:lnTo>
                  <a:pt x="7007000" y="5440192"/>
                </a:lnTo>
                <a:lnTo>
                  <a:pt x="0" y="5440192"/>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endParaRPr lang="en-US"/>
          </a:p>
        </p:txBody>
      </p:sp>
      <p:grpSp>
        <p:nvGrpSpPr>
          <p:cNvPr id="9" name="Group 9"/>
          <p:cNvGrpSpPr/>
          <p:nvPr/>
        </p:nvGrpSpPr>
        <p:grpSpPr>
          <a:xfrm>
            <a:off x="15722244" y="6667646"/>
            <a:ext cx="284400" cy="284400"/>
            <a:chOff x="0" y="0"/>
            <a:chExt cx="379200" cy="379200"/>
          </a:xfrm>
        </p:grpSpPr>
        <p:sp>
          <p:nvSpPr>
            <p:cNvPr id="10" name="Freeform 10"/>
            <p:cNvSpPr/>
            <p:nvPr/>
          </p:nvSpPr>
          <p:spPr>
            <a:xfrm>
              <a:off x="0" y="0"/>
              <a:ext cx="379222" cy="379222"/>
            </a:xfrm>
            <a:custGeom>
              <a:avLst/>
              <a:gdLst/>
              <a:ahLst/>
              <a:cxnLst/>
              <a:rect l="l" t="t" r="r" b="b"/>
              <a:pathLst>
                <a:path w="379222" h="379222">
                  <a:moveTo>
                    <a:pt x="0" y="189611"/>
                  </a:moveTo>
                  <a:cubicBezTo>
                    <a:pt x="0" y="84836"/>
                    <a:pt x="84836" y="0"/>
                    <a:pt x="189611" y="0"/>
                  </a:cubicBezTo>
                  <a:cubicBezTo>
                    <a:pt x="294386" y="0"/>
                    <a:pt x="379222" y="84836"/>
                    <a:pt x="379222" y="189611"/>
                  </a:cubicBezTo>
                  <a:cubicBezTo>
                    <a:pt x="379222" y="294386"/>
                    <a:pt x="294259" y="379222"/>
                    <a:pt x="189611" y="379222"/>
                  </a:cubicBezTo>
                  <a:cubicBezTo>
                    <a:pt x="84963" y="379222"/>
                    <a:pt x="0" y="294259"/>
                    <a:pt x="0" y="189611"/>
                  </a:cubicBezTo>
                  <a:close/>
                </a:path>
              </a:pathLst>
            </a:custGeom>
            <a:solidFill>
              <a:srgbClr val="D6D4B2"/>
            </a:solidFill>
          </p:spPr>
          <p:txBody>
            <a:bodyPr/>
            <a:lstStyle/>
            <a:p>
              <a:endParaRPr lang="en-US"/>
            </a:p>
          </p:txBody>
        </p:sp>
      </p:grpSp>
      <p:sp>
        <p:nvSpPr>
          <p:cNvPr id="11" name="Freeform 11"/>
          <p:cNvSpPr/>
          <p:nvPr/>
        </p:nvSpPr>
        <p:spPr>
          <a:xfrm>
            <a:off x="11381523" y="2895423"/>
            <a:ext cx="6218600" cy="3490189"/>
          </a:xfrm>
          <a:custGeom>
            <a:avLst/>
            <a:gdLst/>
            <a:ahLst/>
            <a:cxnLst/>
            <a:rect l="l" t="t" r="r" b="b"/>
            <a:pathLst>
              <a:path w="6218600" h="3490189">
                <a:moveTo>
                  <a:pt x="0" y="0"/>
                </a:moveTo>
                <a:lnTo>
                  <a:pt x="6218600" y="0"/>
                </a:lnTo>
                <a:lnTo>
                  <a:pt x="6218600" y="3490189"/>
                </a:lnTo>
                <a:lnTo>
                  <a:pt x="0" y="3490189"/>
                </a:lnTo>
                <a:lnTo>
                  <a:pt x="0" y="0"/>
                </a:lnTo>
                <a:close/>
              </a:path>
            </a:pathLst>
          </a:custGeom>
          <a:blipFill>
            <a:blip r:embed="rId14"/>
            <a:stretch>
              <a:fillRect/>
            </a:stretch>
          </a:blipFill>
        </p:spPr>
        <p:txBody>
          <a:bodyPr/>
          <a:lstStyle/>
          <a:p>
            <a:endParaRPr lang="en-US"/>
          </a:p>
        </p:txBody>
      </p:sp>
      <p:sp>
        <p:nvSpPr>
          <p:cNvPr id="12" name="TextBox 12"/>
          <p:cNvSpPr txBox="1"/>
          <p:nvPr/>
        </p:nvSpPr>
        <p:spPr>
          <a:xfrm>
            <a:off x="171156" y="581025"/>
            <a:ext cx="11646541" cy="9744075"/>
          </a:xfrm>
          <a:prstGeom prst="rect">
            <a:avLst/>
          </a:prstGeom>
        </p:spPr>
        <p:txBody>
          <a:bodyPr lIns="0" tIns="0" rIns="0" bIns="0" rtlCol="0" anchor="t">
            <a:spAutoFit/>
          </a:bodyPr>
          <a:lstStyle/>
          <a:p>
            <a:pPr algn="l">
              <a:lnSpc>
                <a:spcPts val="4810"/>
              </a:lnSpc>
            </a:pPr>
            <a:r>
              <a:rPr lang="en-US" sz="4008" u="sng">
                <a:solidFill>
                  <a:srgbClr val="13394F"/>
                </a:solidFill>
                <a:latin typeface="Lexend Deca"/>
                <a:ea typeface="Lexend Deca"/>
                <a:cs typeface="Lexend Deca"/>
                <a:sym typeface="Lexend Deca"/>
              </a:rPr>
              <a:t>Description</a:t>
            </a:r>
          </a:p>
          <a:p>
            <a:pPr algn="l">
              <a:lnSpc>
                <a:spcPts val="4810"/>
              </a:lnSpc>
            </a:pPr>
            <a:r>
              <a:rPr lang="en-US" sz="4008">
                <a:solidFill>
                  <a:srgbClr val="13394F"/>
                </a:solidFill>
                <a:latin typeface="Lexend Deca"/>
                <a:ea typeface="Lexend Deca"/>
                <a:cs typeface="Lexend Deca"/>
                <a:sym typeface="Lexend Deca"/>
              </a:rPr>
              <a:t>This page allows administrators to view</a:t>
            </a:r>
          </a:p>
          <a:p>
            <a:pPr algn="l">
              <a:lnSpc>
                <a:spcPts val="4810"/>
              </a:lnSpc>
            </a:pPr>
            <a:r>
              <a:rPr lang="en-US" sz="4008">
                <a:solidFill>
                  <a:srgbClr val="13394F"/>
                </a:solidFill>
                <a:latin typeface="Lexend Deca"/>
                <a:ea typeface="Lexend Deca"/>
                <a:cs typeface="Lexend Deca"/>
                <a:sym typeface="Lexend Deca"/>
              </a:rPr>
              <a:t>and update their account information.</a:t>
            </a:r>
          </a:p>
          <a:p>
            <a:pPr algn="l">
              <a:lnSpc>
                <a:spcPts val="4810"/>
              </a:lnSpc>
            </a:pPr>
            <a:endParaRPr lang="en-US" sz="4008">
              <a:solidFill>
                <a:srgbClr val="13394F"/>
              </a:solidFill>
              <a:latin typeface="Lexend Deca"/>
              <a:ea typeface="Lexend Deca"/>
              <a:cs typeface="Lexend Deca"/>
              <a:sym typeface="Lexend Deca"/>
            </a:endParaRPr>
          </a:p>
          <a:p>
            <a:pPr algn="l">
              <a:lnSpc>
                <a:spcPts val="4810"/>
              </a:lnSpc>
            </a:pPr>
            <a:r>
              <a:rPr lang="en-US" sz="4008" u="sng">
                <a:solidFill>
                  <a:srgbClr val="13394F"/>
                </a:solidFill>
                <a:latin typeface="Lexend Deca"/>
                <a:ea typeface="Lexend Deca"/>
                <a:cs typeface="Lexend Deca"/>
                <a:sym typeface="Lexend Deca"/>
              </a:rPr>
              <a:t>Functionalities</a:t>
            </a:r>
          </a:p>
          <a:p>
            <a:pPr marL="865504" lvl="1" indent="-432752" algn="l">
              <a:lnSpc>
                <a:spcPts val="4810"/>
              </a:lnSpc>
              <a:buFont typeface="Arial"/>
              <a:buChar char="•"/>
            </a:pPr>
            <a:r>
              <a:rPr lang="en-US" sz="4008">
                <a:solidFill>
                  <a:srgbClr val="13394F"/>
                </a:solidFill>
                <a:latin typeface="Lexend Deca"/>
                <a:ea typeface="Lexend Deca"/>
                <a:cs typeface="Lexend Deca"/>
                <a:sym typeface="Lexend Deca"/>
              </a:rPr>
              <a:t>View admin profile</a:t>
            </a:r>
          </a:p>
          <a:p>
            <a:pPr marL="865504" lvl="1" indent="-432752" algn="l">
              <a:lnSpc>
                <a:spcPts val="4810"/>
              </a:lnSpc>
              <a:buFont typeface="Arial"/>
              <a:buChar char="•"/>
            </a:pPr>
            <a:r>
              <a:rPr lang="en-US" sz="4008">
                <a:solidFill>
                  <a:srgbClr val="13394F"/>
                </a:solidFill>
                <a:latin typeface="Lexend Deca"/>
                <a:ea typeface="Lexend Deca"/>
                <a:cs typeface="Lexend Deca"/>
                <a:sym typeface="Lexend Deca"/>
              </a:rPr>
              <a:t>Update personal data</a:t>
            </a:r>
          </a:p>
          <a:p>
            <a:pPr marL="865504" lvl="1" indent="-432752" algn="l">
              <a:lnSpc>
                <a:spcPts val="4810"/>
              </a:lnSpc>
              <a:buFont typeface="Arial"/>
              <a:buChar char="•"/>
            </a:pPr>
            <a:r>
              <a:rPr lang="en-US" sz="4008">
                <a:solidFill>
                  <a:srgbClr val="13394F"/>
                </a:solidFill>
                <a:latin typeface="Lexend Deca"/>
                <a:ea typeface="Lexend Deca"/>
                <a:cs typeface="Lexend Deca"/>
                <a:sym typeface="Lexend Deca"/>
              </a:rPr>
              <a:t>Change password</a:t>
            </a:r>
          </a:p>
          <a:p>
            <a:pPr marL="865504" lvl="1" indent="-432752" algn="l">
              <a:lnSpc>
                <a:spcPts val="4810"/>
              </a:lnSpc>
              <a:buFont typeface="Arial"/>
              <a:buChar char="•"/>
            </a:pPr>
            <a:r>
              <a:rPr lang="en-US" sz="4008">
                <a:solidFill>
                  <a:srgbClr val="13394F"/>
                </a:solidFill>
                <a:latin typeface="Lexend Deca"/>
                <a:ea typeface="Lexend Deca"/>
                <a:cs typeface="Lexend Deca"/>
                <a:sym typeface="Lexend Deca"/>
              </a:rPr>
              <a:t>Navigate to :</a:t>
            </a:r>
          </a:p>
          <a:p>
            <a:pPr marL="1731007" lvl="2" indent="-577002" algn="l">
              <a:lnSpc>
                <a:spcPts val="4810"/>
              </a:lnSpc>
              <a:buFont typeface="Arial"/>
              <a:buChar char="⚬"/>
            </a:pPr>
            <a:r>
              <a:rPr lang="en-US" sz="4008">
                <a:solidFill>
                  <a:srgbClr val="13394F"/>
                </a:solidFill>
                <a:latin typeface="Lexend Deca"/>
                <a:ea typeface="Lexend Deca"/>
                <a:cs typeface="Lexend Deca"/>
                <a:sym typeface="Lexend Deca"/>
              </a:rPr>
              <a:t>Manage flights</a:t>
            </a:r>
          </a:p>
          <a:p>
            <a:pPr marL="1731007" lvl="2" indent="-577002" algn="l">
              <a:lnSpc>
                <a:spcPts val="4810"/>
              </a:lnSpc>
              <a:buFont typeface="Arial"/>
              <a:buChar char="⚬"/>
            </a:pPr>
            <a:r>
              <a:rPr lang="en-US" sz="4008">
                <a:solidFill>
                  <a:srgbClr val="13394F"/>
                </a:solidFill>
                <a:latin typeface="Lexend Deca"/>
                <a:ea typeface="Lexend Deca"/>
                <a:cs typeface="Lexend Deca"/>
                <a:sym typeface="Lexend Deca"/>
              </a:rPr>
              <a:t>Manage airports</a:t>
            </a:r>
          </a:p>
          <a:p>
            <a:pPr marL="1731007" lvl="2" indent="-577002" algn="l">
              <a:lnSpc>
                <a:spcPts val="4810"/>
              </a:lnSpc>
              <a:buFont typeface="Arial"/>
              <a:buChar char="⚬"/>
            </a:pPr>
            <a:r>
              <a:rPr lang="en-US" sz="4008">
                <a:solidFill>
                  <a:srgbClr val="13394F"/>
                </a:solidFill>
                <a:latin typeface="Lexend Deca"/>
                <a:ea typeface="Lexend Deca"/>
                <a:cs typeface="Lexend Deca"/>
                <a:sym typeface="Lexend Deca"/>
              </a:rPr>
              <a:t>Flights</a:t>
            </a:r>
          </a:p>
          <a:p>
            <a:pPr algn="l">
              <a:lnSpc>
                <a:spcPts val="4810"/>
              </a:lnSpc>
            </a:pPr>
            <a:endParaRPr lang="en-US" sz="4008">
              <a:solidFill>
                <a:srgbClr val="13394F"/>
              </a:solidFill>
              <a:latin typeface="Lexend Deca"/>
              <a:ea typeface="Lexend Deca"/>
              <a:cs typeface="Lexend Deca"/>
              <a:sym typeface="Lexend Deca"/>
            </a:endParaRPr>
          </a:p>
          <a:p>
            <a:pPr algn="l">
              <a:lnSpc>
                <a:spcPts val="4810"/>
              </a:lnSpc>
            </a:pPr>
            <a:r>
              <a:rPr lang="en-US" sz="4008" u="sng">
                <a:solidFill>
                  <a:srgbClr val="13394F"/>
                </a:solidFill>
                <a:latin typeface="Lexend Deca"/>
                <a:ea typeface="Lexend Deca"/>
                <a:cs typeface="Lexend Deca"/>
                <a:sym typeface="Lexend Deca"/>
              </a:rPr>
              <a:t>Access Level</a:t>
            </a:r>
          </a:p>
          <a:p>
            <a:pPr algn="l">
              <a:lnSpc>
                <a:spcPts val="4810"/>
              </a:lnSpc>
            </a:pPr>
            <a:r>
              <a:rPr lang="en-US" sz="4008">
                <a:solidFill>
                  <a:srgbClr val="13394F"/>
                </a:solidFill>
                <a:latin typeface="Lexend Deca"/>
                <a:ea typeface="Lexend Deca"/>
                <a:cs typeface="Lexend Deca"/>
                <a:sym typeface="Lexend Deca"/>
              </a:rPr>
              <a:t>Admin</a:t>
            </a:r>
          </a:p>
          <a:p>
            <a:pPr algn="l">
              <a:lnSpc>
                <a:spcPts val="4810"/>
              </a:lnSpc>
            </a:pPr>
            <a:endParaRPr lang="en-US" sz="4008">
              <a:solidFill>
                <a:srgbClr val="13394F"/>
              </a:solidFill>
              <a:latin typeface="Lexend Deca"/>
              <a:ea typeface="Lexend Deca"/>
              <a:cs typeface="Lexend Deca"/>
              <a:sym typeface="Lexend Deca"/>
            </a:endParaRPr>
          </a:p>
        </p:txBody>
      </p:sp>
      <p:grpSp>
        <p:nvGrpSpPr>
          <p:cNvPr id="13" name="Group 13"/>
          <p:cNvGrpSpPr/>
          <p:nvPr/>
        </p:nvGrpSpPr>
        <p:grpSpPr>
          <a:xfrm>
            <a:off x="10183899" y="734251"/>
            <a:ext cx="7921169" cy="1144855"/>
            <a:chOff x="0" y="0"/>
            <a:chExt cx="9059516" cy="1309381"/>
          </a:xfrm>
        </p:grpSpPr>
        <p:sp>
          <p:nvSpPr>
            <p:cNvPr id="14" name="Freeform 14"/>
            <p:cNvSpPr/>
            <p:nvPr/>
          </p:nvSpPr>
          <p:spPr>
            <a:xfrm>
              <a:off x="0" y="0"/>
              <a:ext cx="9059473" cy="1309429"/>
            </a:xfrm>
            <a:custGeom>
              <a:avLst/>
              <a:gdLst/>
              <a:ahLst/>
              <a:cxnLst/>
              <a:rect l="l" t="t" r="r" b="b"/>
              <a:pathLst>
                <a:path w="9059473" h="1309429">
                  <a:moveTo>
                    <a:pt x="0" y="0"/>
                  </a:moveTo>
                  <a:lnTo>
                    <a:pt x="9059473" y="0"/>
                  </a:lnTo>
                  <a:lnTo>
                    <a:pt x="9059473" y="1309429"/>
                  </a:lnTo>
                  <a:lnTo>
                    <a:pt x="0" y="1309429"/>
                  </a:lnTo>
                  <a:close/>
                </a:path>
              </a:pathLst>
            </a:custGeom>
            <a:solidFill>
              <a:srgbClr val="FFFFFF">
                <a:alpha val="11765"/>
              </a:srgbClr>
            </a:solidFill>
          </p:spPr>
          <p:txBody>
            <a:bodyPr/>
            <a:lstStyle/>
            <a:p>
              <a:endParaRPr lang="en-US"/>
            </a:p>
          </p:txBody>
        </p:sp>
        <p:sp>
          <p:nvSpPr>
            <p:cNvPr id="15" name="TextBox 15"/>
            <p:cNvSpPr txBox="1"/>
            <p:nvPr/>
          </p:nvSpPr>
          <p:spPr>
            <a:xfrm>
              <a:off x="0" y="0"/>
              <a:ext cx="9059516" cy="1309381"/>
            </a:xfrm>
            <a:prstGeom prst="rect">
              <a:avLst/>
            </a:prstGeom>
          </p:spPr>
          <p:txBody>
            <a:bodyPr lIns="59223" tIns="59223" rIns="59223" bIns="59223" rtlCol="0" anchor="ctr"/>
            <a:lstStyle/>
            <a:p>
              <a:pPr algn="ctr">
                <a:lnSpc>
                  <a:spcPts val="5595"/>
                </a:lnSpc>
              </a:pPr>
              <a:r>
                <a:rPr lang="en-US" sz="4663">
                  <a:solidFill>
                    <a:srgbClr val="13394F"/>
                  </a:solidFill>
                  <a:latin typeface="Lexend Deca"/>
                  <a:ea typeface="Lexend Deca"/>
                  <a:cs typeface="Lexend Deca"/>
                  <a:sym typeface="Lexend Deca"/>
                </a:rPr>
                <a:t>3.12 Admin Account Page</a:t>
              </a:r>
            </a:p>
          </p:txBody>
        </p:sp>
      </p:gr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C8EAFF"/>
        </a:solidFill>
        <a:effectLst/>
      </p:bgPr>
    </p:bg>
    <p:spTree>
      <p:nvGrpSpPr>
        <p:cNvPr id="1" name=""/>
        <p:cNvGrpSpPr/>
        <p:nvPr/>
      </p:nvGrpSpPr>
      <p:grpSpPr>
        <a:xfrm>
          <a:off x="0" y="0"/>
          <a:ext cx="0" cy="0"/>
          <a:chOff x="0" y="0"/>
          <a:chExt cx="0" cy="0"/>
        </a:xfrm>
      </p:grpSpPr>
      <p:sp>
        <p:nvSpPr>
          <p:cNvPr id="2" name="Freeform 2"/>
          <p:cNvSpPr/>
          <p:nvPr/>
        </p:nvSpPr>
        <p:spPr>
          <a:xfrm>
            <a:off x="0" y="0"/>
            <a:ext cx="18288006" cy="10287002"/>
          </a:xfrm>
          <a:custGeom>
            <a:avLst/>
            <a:gdLst/>
            <a:ahLst/>
            <a:cxnLst/>
            <a:rect l="l" t="t" r="r" b="b"/>
            <a:pathLst>
              <a:path w="18288006" h="10287002">
                <a:moveTo>
                  <a:pt x="0" y="0"/>
                </a:moveTo>
                <a:lnTo>
                  <a:pt x="18288006" y="0"/>
                </a:lnTo>
                <a:lnTo>
                  <a:pt x="18288006" y="10287002"/>
                </a:lnTo>
                <a:lnTo>
                  <a:pt x="0" y="10287002"/>
                </a:lnTo>
                <a:lnTo>
                  <a:pt x="0" y="0"/>
                </a:lnTo>
                <a:close/>
              </a:path>
            </a:pathLst>
          </a:custGeom>
          <a:blipFill>
            <a:blip r:embed="rId3">
              <a:alphaModFix amt="57999"/>
            </a:blip>
            <a:stretch>
              <a:fillRect/>
            </a:stretch>
          </a:blipFill>
        </p:spPr>
        <p:txBody>
          <a:bodyPr/>
          <a:lstStyle/>
          <a:p>
            <a:endParaRPr lang="en-US"/>
          </a:p>
        </p:txBody>
      </p:sp>
      <p:sp>
        <p:nvSpPr>
          <p:cNvPr id="3" name="Freeform 3"/>
          <p:cNvSpPr/>
          <p:nvPr/>
        </p:nvSpPr>
        <p:spPr>
          <a:xfrm>
            <a:off x="12668252" y="-1883382"/>
            <a:ext cx="10591798" cy="4572496"/>
          </a:xfrm>
          <a:custGeom>
            <a:avLst/>
            <a:gdLst/>
            <a:ahLst/>
            <a:cxnLst/>
            <a:rect l="l" t="t" r="r" b="b"/>
            <a:pathLst>
              <a:path w="10591798" h="4572496">
                <a:moveTo>
                  <a:pt x="0" y="0"/>
                </a:moveTo>
                <a:lnTo>
                  <a:pt x="10591798" y="0"/>
                </a:lnTo>
                <a:lnTo>
                  <a:pt x="10591798" y="4572496"/>
                </a:lnTo>
                <a:lnTo>
                  <a:pt x="0" y="4572496"/>
                </a:lnTo>
                <a:lnTo>
                  <a:pt x="0" y="0"/>
                </a:lnTo>
                <a:close/>
              </a:path>
            </a:pathLst>
          </a:custGeom>
          <a:blipFill>
            <a:blip r:embed="rId4"/>
            <a:stretch>
              <a:fillRect/>
            </a:stretch>
          </a:blipFill>
        </p:spPr>
        <p:txBody>
          <a:bodyPr/>
          <a:lstStyle/>
          <a:p>
            <a:endParaRPr lang="en-US"/>
          </a:p>
        </p:txBody>
      </p:sp>
      <p:sp>
        <p:nvSpPr>
          <p:cNvPr id="4" name="Freeform 4"/>
          <p:cNvSpPr/>
          <p:nvPr/>
        </p:nvSpPr>
        <p:spPr>
          <a:xfrm>
            <a:off x="11565652" y="7300104"/>
            <a:ext cx="10591798" cy="4503776"/>
          </a:xfrm>
          <a:custGeom>
            <a:avLst/>
            <a:gdLst/>
            <a:ahLst/>
            <a:cxnLst/>
            <a:rect l="l" t="t" r="r" b="b"/>
            <a:pathLst>
              <a:path w="10591798" h="4503776">
                <a:moveTo>
                  <a:pt x="0" y="0"/>
                </a:moveTo>
                <a:lnTo>
                  <a:pt x="10591798" y="0"/>
                </a:lnTo>
                <a:lnTo>
                  <a:pt x="10591798" y="4503776"/>
                </a:lnTo>
                <a:lnTo>
                  <a:pt x="0" y="4503776"/>
                </a:lnTo>
                <a:lnTo>
                  <a:pt x="0" y="0"/>
                </a:lnTo>
                <a:close/>
              </a:path>
            </a:pathLst>
          </a:custGeom>
          <a:blipFill>
            <a:blip r:embed="rId5"/>
            <a:stretch>
              <a:fillRect/>
            </a:stretch>
          </a:blipFill>
        </p:spPr>
        <p:txBody>
          <a:bodyPr/>
          <a:lstStyle/>
          <a:p>
            <a:endParaRPr lang="en-US"/>
          </a:p>
        </p:txBody>
      </p:sp>
      <p:sp>
        <p:nvSpPr>
          <p:cNvPr id="5" name="Freeform 5"/>
          <p:cNvSpPr/>
          <p:nvPr/>
        </p:nvSpPr>
        <p:spPr>
          <a:xfrm flipH="1">
            <a:off x="-4686298" y="-1883380"/>
            <a:ext cx="10591796" cy="4814492"/>
          </a:xfrm>
          <a:custGeom>
            <a:avLst/>
            <a:gdLst/>
            <a:ahLst/>
            <a:cxnLst/>
            <a:rect l="l" t="t" r="r" b="b"/>
            <a:pathLst>
              <a:path w="10591796" h="4814492">
                <a:moveTo>
                  <a:pt x="10591796" y="0"/>
                </a:moveTo>
                <a:lnTo>
                  <a:pt x="0" y="0"/>
                </a:lnTo>
                <a:lnTo>
                  <a:pt x="0" y="4814492"/>
                </a:lnTo>
                <a:lnTo>
                  <a:pt x="10591796" y="4814492"/>
                </a:lnTo>
                <a:lnTo>
                  <a:pt x="10591796" y="0"/>
                </a:lnTo>
                <a:close/>
              </a:path>
            </a:pathLst>
          </a:custGeom>
          <a:blipFill>
            <a:blip r:embed="rId6"/>
            <a:stretch>
              <a:fillRect/>
            </a:stretch>
          </a:blipFill>
        </p:spPr>
        <p:txBody>
          <a:bodyPr/>
          <a:lstStyle/>
          <a:p>
            <a:endParaRPr lang="en-US"/>
          </a:p>
        </p:txBody>
      </p:sp>
      <p:sp>
        <p:nvSpPr>
          <p:cNvPr id="6" name="Freeform 6"/>
          <p:cNvSpPr/>
          <p:nvPr/>
        </p:nvSpPr>
        <p:spPr>
          <a:xfrm>
            <a:off x="15042189" y="8257445"/>
            <a:ext cx="4154838" cy="4109514"/>
          </a:xfrm>
          <a:custGeom>
            <a:avLst/>
            <a:gdLst/>
            <a:ahLst/>
            <a:cxnLst/>
            <a:rect l="l" t="t" r="r" b="b"/>
            <a:pathLst>
              <a:path w="4154838" h="4109514">
                <a:moveTo>
                  <a:pt x="0" y="0"/>
                </a:moveTo>
                <a:lnTo>
                  <a:pt x="4154838" y="0"/>
                </a:lnTo>
                <a:lnTo>
                  <a:pt x="4154838" y="4109514"/>
                </a:lnTo>
                <a:lnTo>
                  <a:pt x="0" y="4109514"/>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US"/>
          </a:p>
        </p:txBody>
      </p:sp>
      <p:sp>
        <p:nvSpPr>
          <p:cNvPr id="7" name="Freeform 7"/>
          <p:cNvSpPr/>
          <p:nvPr/>
        </p:nvSpPr>
        <p:spPr>
          <a:xfrm>
            <a:off x="8077200" y="-666750"/>
            <a:ext cx="10706100" cy="5886450"/>
          </a:xfrm>
          <a:custGeom>
            <a:avLst/>
            <a:gdLst/>
            <a:ahLst/>
            <a:cxnLst/>
            <a:rect l="l" t="t" r="r" b="b"/>
            <a:pathLst>
              <a:path w="10706100" h="5886450">
                <a:moveTo>
                  <a:pt x="0" y="0"/>
                </a:moveTo>
                <a:lnTo>
                  <a:pt x="10706100" y="0"/>
                </a:lnTo>
                <a:lnTo>
                  <a:pt x="10706100" y="5886450"/>
                </a:lnTo>
                <a:lnTo>
                  <a:pt x="0" y="5886450"/>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US"/>
          </a:p>
        </p:txBody>
      </p:sp>
      <p:sp>
        <p:nvSpPr>
          <p:cNvPr id="8" name="Freeform 8"/>
          <p:cNvSpPr/>
          <p:nvPr/>
        </p:nvSpPr>
        <p:spPr>
          <a:xfrm>
            <a:off x="-590550" y="7429500"/>
            <a:ext cx="15773400" cy="3714750"/>
          </a:xfrm>
          <a:custGeom>
            <a:avLst/>
            <a:gdLst/>
            <a:ahLst/>
            <a:cxnLst/>
            <a:rect l="l" t="t" r="r" b="b"/>
            <a:pathLst>
              <a:path w="15773400" h="3714750">
                <a:moveTo>
                  <a:pt x="0" y="0"/>
                </a:moveTo>
                <a:lnTo>
                  <a:pt x="15773400" y="0"/>
                </a:lnTo>
                <a:lnTo>
                  <a:pt x="15773400" y="3714750"/>
                </a:lnTo>
                <a:lnTo>
                  <a:pt x="0" y="3714750"/>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txBody>
          <a:bodyPr/>
          <a:lstStyle/>
          <a:p>
            <a:endParaRPr lang="en-US"/>
          </a:p>
        </p:txBody>
      </p:sp>
      <p:sp>
        <p:nvSpPr>
          <p:cNvPr id="9" name="Freeform 9"/>
          <p:cNvSpPr/>
          <p:nvPr/>
        </p:nvSpPr>
        <p:spPr>
          <a:xfrm>
            <a:off x="1028700" y="1288750"/>
            <a:ext cx="15738165" cy="7709500"/>
          </a:xfrm>
          <a:custGeom>
            <a:avLst/>
            <a:gdLst/>
            <a:ahLst/>
            <a:cxnLst/>
            <a:rect l="l" t="t" r="r" b="b"/>
            <a:pathLst>
              <a:path w="15738165" h="7709500">
                <a:moveTo>
                  <a:pt x="0" y="0"/>
                </a:moveTo>
                <a:lnTo>
                  <a:pt x="15738165" y="0"/>
                </a:lnTo>
                <a:lnTo>
                  <a:pt x="15738165" y="7709500"/>
                </a:lnTo>
                <a:lnTo>
                  <a:pt x="0" y="7709500"/>
                </a:lnTo>
                <a:lnTo>
                  <a:pt x="0" y="0"/>
                </a:lnTo>
                <a:close/>
              </a:path>
            </a:pathLst>
          </a:custGeom>
          <a:blipFill>
            <a:blip r:embed="rId13"/>
            <a:stretch>
              <a:fillRect t="-957" b="-346"/>
            </a:stretch>
          </a:blipFill>
        </p:spPr>
        <p:txBody>
          <a:bodyPr/>
          <a:lstStyle/>
          <a:p>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C8EAFF"/>
        </a:solidFill>
        <a:effectLst/>
      </p:bgPr>
    </p:bg>
    <p:spTree>
      <p:nvGrpSpPr>
        <p:cNvPr id="1" name=""/>
        <p:cNvGrpSpPr/>
        <p:nvPr/>
      </p:nvGrpSpPr>
      <p:grpSpPr>
        <a:xfrm>
          <a:off x="0" y="0"/>
          <a:ext cx="0" cy="0"/>
          <a:chOff x="0" y="0"/>
          <a:chExt cx="0" cy="0"/>
        </a:xfrm>
      </p:grpSpPr>
      <p:sp>
        <p:nvSpPr>
          <p:cNvPr id="2" name="Freeform 2"/>
          <p:cNvSpPr/>
          <p:nvPr/>
        </p:nvSpPr>
        <p:spPr>
          <a:xfrm>
            <a:off x="0" y="0"/>
            <a:ext cx="18288006" cy="10287002"/>
          </a:xfrm>
          <a:custGeom>
            <a:avLst/>
            <a:gdLst/>
            <a:ahLst/>
            <a:cxnLst/>
            <a:rect l="l" t="t" r="r" b="b"/>
            <a:pathLst>
              <a:path w="18288006" h="10287002">
                <a:moveTo>
                  <a:pt x="0" y="0"/>
                </a:moveTo>
                <a:lnTo>
                  <a:pt x="18288006" y="0"/>
                </a:lnTo>
                <a:lnTo>
                  <a:pt x="18288006" y="10287002"/>
                </a:lnTo>
                <a:lnTo>
                  <a:pt x="0" y="10287002"/>
                </a:lnTo>
                <a:lnTo>
                  <a:pt x="0" y="0"/>
                </a:lnTo>
                <a:close/>
              </a:path>
            </a:pathLst>
          </a:custGeom>
          <a:blipFill>
            <a:blip r:embed="rId3">
              <a:alphaModFix amt="57999"/>
            </a:blip>
            <a:stretch>
              <a:fillRect/>
            </a:stretch>
          </a:blipFill>
        </p:spPr>
        <p:txBody>
          <a:bodyPr/>
          <a:lstStyle/>
          <a:p>
            <a:endParaRPr lang="en-US"/>
          </a:p>
        </p:txBody>
      </p:sp>
      <p:sp>
        <p:nvSpPr>
          <p:cNvPr id="3" name="Freeform 3"/>
          <p:cNvSpPr/>
          <p:nvPr/>
        </p:nvSpPr>
        <p:spPr>
          <a:xfrm>
            <a:off x="-3752848" y="1672294"/>
            <a:ext cx="10591802" cy="4732396"/>
          </a:xfrm>
          <a:custGeom>
            <a:avLst/>
            <a:gdLst/>
            <a:ahLst/>
            <a:cxnLst/>
            <a:rect l="l" t="t" r="r" b="b"/>
            <a:pathLst>
              <a:path w="10591802" h="4732396">
                <a:moveTo>
                  <a:pt x="0" y="0"/>
                </a:moveTo>
                <a:lnTo>
                  <a:pt x="10591802" y="0"/>
                </a:lnTo>
                <a:lnTo>
                  <a:pt x="10591802" y="4732396"/>
                </a:lnTo>
                <a:lnTo>
                  <a:pt x="0" y="4732396"/>
                </a:lnTo>
                <a:lnTo>
                  <a:pt x="0" y="0"/>
                </a:lnTo>
                <a:close/>
              </a:path>
            </a:pathLst>
          </a:custGeom>
          <a:blipFill>
            <a:blip r:embed="rId4"/>
            <a:stretch>
              <a:fillRect/>
            </a:stretch>
          </a:blipFill>
        </p:spPr>
        <p:txBody>
          <a:bodyPr/>
          <a:lstStyle/>
          <a:p>
            <a:endParaRPr lang="en-US"/>
          </a:p>
        </p:txBody>
      </p:sp>
      <p:sp>
        <p:nvSpPr>
          <p:cNvPr id="4" name="Freeform 4"/>
          <p:cNvSpPr/>
          <p:nvPr/>
        </p:nvSpPr>
        <p:spPr>
          <a:xfrm>
            <a:off x="11451352" y="-650896"/>
            <a:ext cx="10591798" cy="4503776"/>
          </a:xfrm>
          <a:custGeom>
            <a:avLst/>
            <a:gdLst/>
            <a:ahLst/>
            <a:cxnLst/>
            <a:rect l="l" t="t" r="r" b="b"/>
            <a:pathLst>
              <a:path w="10591798" h="4503776">
                <a:moveTo>
                  <a:pt x="0" y="0"/>
                </a:moveTo>
                <a:lnTo>
                  <a:pt x="10591798" y="0"/>
                </a:lnTo>
                <a:lnTo>
                  <a:pt x="10591798" y="4503776"/>
                </a:lnTo>
                <a:lnTo>
                  <a:pt x="0" y="4503776"/>
                </a:lnTo>
                <a:lnTo>
                  <a:pt x="0" y="0"/>
                </a:lnTo>
                <a:close/>
              </a:path>
            </a:pathLst>
          </a:custGeom>
          <a:blipFill>
            <a:blip r:embed="rId5"/>
            <a:stretch>
              <a:fillRect/>
            </a:stretch>
          </a:blipFill>
        </p:spPr>
        <p:txBody>
          <a:bodyPr/>
          <a:lstStyle/>
          <a:p>
            <a:endParaRPr lang="en-US"/>
          </a:p>
        </p:txBody>
      </p:sp>
      <p:sp>
        <p:nvSpPr>
          <p:cNvPr id="5" name="Freeform 5"/>
          <p:cNvSpPr/>
          <p:nvPr/>
        </p:nvSpPr>
        <p:spPr>
          <a:xfrm>
            <a:off x="2990852" y="-650880"/>
            <a:ext cx="10591796" cy="4814492"/>
          </a:xfrm>
          <a:custGeom>
            <a:avLst/>
            <a:gdLst/>
            <a:ahLst/>
            <a:cxnLst/>
            <a:rect l="l" t="t" r="r" b="b"/>
            <a:pathLst>
              <a:path w="10591796" h="4814492">
                <a:moveTo>
                  <a:pt x="0" y="0"/>
                </a:moveTo>
                <a:lnTo>
                  <a:pt x="10591796" y="0"/>
                </a:lnTo>
                <a:lnTo>
                  <a:pt x="10591796" y="4814492"/>
                </a:lnTo>
                <a:lnTo>
                  <a:pt x="0" y="4814492"/>
                </a:lnTo>
                <a:lnTo>
                  <a:pt x="0" y="0"/>
                </a:lnTo>
                <a:close/>
              </a:path>
            </a:pathLst>
          </a:custGeom>
          <a:blipFill>
            <a:blip r:embed="rId6"/>
            <a:stretch>
              <a:fillRect/>
            </a:stretch>
          </a:blipFill>
        </p:spPr>
        <p:txBody>
          <a:bodyPr/>
          <a:lstStyle/>
          <a:p>
            <a:endParaRPr lang="en-US"/>
          </a:p>
        </p:txBody>
      </p:sp>
      <p:sp>
        <p:nvSpPr>
          <p:cNvPr id="6" name="Freeform 6"/>
          <p:cNvSpPr/>
          <p:nvPr/>
        </p:nvSpPr>
        <p:spPr>
          <a:xfrm>
            <a:off x="-3162298" y="6404712"/>
            <a:ext cx="10591798" cy="5081356"/>
          </a:xfrm>
          <a:custGeom>
            <a:avLst/>
            <a:gdLst/>
            <a:ahLst/>
            <a:cxnLst/>
            <a:rect l="l" t="t" r="r" b="b"/>
            <a:pathLst>
              <a:path w="10591798" h="5081356">
                <a:moveTo>
                  <a:pt x="0" y="0"/>
                </a:moveTo>
                <a:lnTo>
                  <a:pt x="10591798" y="0"/>
                </a:lnTo>
                <a:lnTo>
                  <a:pt x="10591798" y="5081356"/>
                </a:lnTo>
                <a:lnTo>
                  <a:pt x="0" y="5081356"/>
                </a:lnTo>
                <a:lnTo>
                  <a:pt x="0" y="0"/>
                </a:lnTo>
                <a:close/>
              </a:path>
            </a:pathLst>
          </a:custGeom>
          <a:blipFill>
            <a:blip r:embed="rId7"/>
            <a:stretch>
              <a:fillRect/>
            </a:stretch>
          </a:blipFill>
        </p:spPr>
        <p:txBody>
          <a:bodyPr/>
          <a:lstStyle/>
          <a:p>
            <a:endParaRPr lang="en-US"/>
          </a:p>
        </p:txBody>
      </p:sp>
      <p:sp>
        <p:nvSpPr>
          <p:cNvPr id="7" name="TextBox 7"/>
          <p:cNvSpPr txBox="1"/>
          <p:nvPr/>
        </p:nvSpPr>
        <p:spPr>
          <a:xfrm>
            <a:off x="3693204" y="6439700"/>
            <a:ext cx="13076871" cy="1847850"/>
          </a:xfrm>
          <a:prstGeom prst="rect">
            <a:avLst/>
          </a:prstGeom>
        </p:spPr>
        <p:txBody>
          <a:bodyPr lIns="0" tIns="0" rIns="0" bIns="0" rtlCol="0" anchor="t">
            <a:spAutoFit/>
          </a:bodyPr>
          <a:lstStyle/>
          <a:p>
            <a:pPr algn="r">
              <a:lnSpc>
                <a:spcPts val="14400"/>
              </a:lnSpc>
            </a:pPr>
            <a:r>
              <a:rPr lang="en-US" sz="12000">
                <a:solidFill>
                  <a:srgbClr val="13394F"/>
                </a:solidFill>
                <a:latin typeface="Bebas Neue"/>
                <a:ea typeface="Bebas Neue"/>
                <a:cs typeface="Bebas Neue"/>
                <a:sym typeface="Bebas Neue"/>
              </a:rPr>
              <a:t>database &amp; erd</a:t>
            </a:r>
          </a:p>
        </p:txBody>
      </p:sp>
      <p:sp>
        <p:nvSpPr>
          <p:cNvPr id="8" name="TextBox 8"/>
          <p:cNvSpPr txBox="1"/>
          <p:nvPr/>
        </p:nvSpPr>
        <p:spPr>
          <a:xfrm>
            <a:off x="15160700" y="4661250"/>
            <a:ext cx="1618950" cy="1847850"/>
          </a:xfrm>
          <a:prstGeom prst="rect">
            <a:avLst/>
          </a:prstGeom>
        </p:spPr>
        <p:txBody>
          <a:bodyPr lIns="0" tIns="0" rIns="0" bIns="0" rtlCol="0" anchor="t">
            <a:spAutoFit/>
          </a:bodyPr>
          <a:lstStyle/>
          <a:p>
            <a:pPr algn="ctr">
              <a:lnSpc>
                <a:spcPts val="14400"/>
              </a:lnSpc>
            </a:pPr>
            <a:r>
              <a:rPr lang="en-US" sz="12000">
                <a:solidFill>
                  <a:srgbClr val="13394F"/>
                </a:solidFill>
                <a:latin typeface="Bebas Neue"/>
                <a:ea typeface="Bebas Neue"/>
                <a:cs typeface="Bebas Neue"/>
                <a:sym typeface="Bebas Neue"/>
              </a:rPr>
              <a:t>04</a:t>
            </a:r>
          </a:p>
        </p:txBody>
      </p:sp>
      <p:grpSp>
        <p:nvGrpSpPr>
          <p:cNvPr id="9" name="Group 9"/>
          <p:cNvGrpSpPr/>
          <p:nvPr/>
        </p:nvGrpSpPr>
        <p:grpSpPr>
          <a:xfrm>
            <a:off x="7429500" y="8413654"/>
            <a:ext cx="9829800" cy="1045542"/>
            <a:chOff x="0" y="0"/>
            <a:chExt cx="21824399" cy="2321341"/>
          </a:xfrm>
        </p:grpSpPr>
        <p:sp>
          <p:nvSpPr>
            <p:cNvPr id="10" name="Freeform 10"/>
            <p:cNvSpPr/>
            <p:nvPr/>
          </p:nvSpPr>
          <p:spPr>
            <a:xfrm>
              <a:off x="0" y="0"/>
              <a:ext cx="21824448" cy="2321325"/>
            </a:xfrm>
            <a:custGeom>
              <a:avLst/>
              <a:gdLst/>
              <a:ahLst/>
              <a:cxnLst/>
              <a:rect l="l" t="t" r="r" b="b"/>
              <a:pathLst>
                <a:path w="21824448" h="2321325">
                  <a:moveTo>
                    <a:pt x="0" y="0"/>
                  </a:moveTo>
                  <a:lnTo>
                    <a:pt x="21824448" y="0"/>
                  </a:lnTo>
                  <a:lnTo>
                    <a:pt x="21824448" y="2321325"/>
                  </a:lnTo>
                  <a:lnTo>
                    <a:pt x="0" y="2321325"/>
                  </a:lnTo>
                  <a:close/>
                </a:path>
              </a:pathLst>
            </a:custGeom>
            <a:solidFill>
              <a:srgbClr val="FFFFFF">
                <a:alpha val="11765"/>
              </a:srgbClr>
            </a:solidFill>
          </p:spPr>
          <p:txBody>
            <a:bodyPr/>
            <a:lstStyle/>
            <a:p>
              <a:endParaRPr lang="en-US"/>
            </a:p>
          </p:txBody>
        </p:sp>
        <p:sp>
          <p:nvSpPr>
            <p:cNvPr id="11" name="TextBox 11"/>
            <p:cNvSpPr txBox="1"/>
            <p:nvPr/>
          </p:nvSpPr>
          <p:spPr>
            <a:xfrm>
              <a:off x="0" y="0"/>
              <a:ext cx="21824399" cy="2321341"/>
            </a:xfrm>
            <a:prstGeom prst="rect">
              <a:avLst/>
            </a:prstGeom>
          </p:spPr>
          <p:txBody>
            <a:bodyPr lIns="30507" tIns="30507" rIns="30507" bIns="30507" rtlCol="0" anchor="t"/>
            <a:lstStyle/>
            <a:p>
              <a:pPr algn="just">
                <a:lnSpc>
                  <a:spcPts val="2306"/>
                </a:lnSpc>
              </a:pPr>
              <a:r>
                <a:rPr lang="en-US" sz="1921">
                  <a:solidFill>
                    <a:srgbClr val="13394F"/>
                  </a:solidFill>
                  <a:latin typeface="Lexend Deca"/>
                  <a:ea typeface="Lexend Deca"/>
                  <a:cs typeface="Lexend Deca"/>
                  <a:sym typeface="Lexend Deca"/>
                </a:rPr>
                <a:t>Users Table - Flights Table - UserFlights Table - Airport Table - FlightAirport Table</a:t>
              </a:r>
            </a:p>
            <a:p>
              <a:pPr algn="just">
                <a:lnSpc>
                  <a:spcPts val="2306"/>
                </a:lnSpc>
              </a:pPr>
              <a:endParaRPr lang="en-US" sz="1921">
                <a:solidFill>
                  <a:srgbClr val="13394F"/>
                </a:solidFill>
                <a:latin typeface="Lexend Deca"/>
                <a:ea typeface="Lexend Deca"/>
                <a:cs typeface="Lexend Deca"/>
                <a:sym typeface="Lexend Deca"/>
              </a:endParaRPr>
            </a:p>
            <a:p>
              <a:pPr algn="just">
                <a:lnSpc>
                  <a:spcPts val="2306"/>
                </a:lnSpc>
              </a:pPr>
              <a:r>
                <a:rPr lang="en-US" sz="1921">
                  <a:solidFill>
                    <a:srgbClr val="13394F"/>
                  </a:solidFill>
                  <a:latin typeface="Lexend Deca"/>
                  <a:ea typeface="Lexend Deca"/>
                  <a:cs typeface="Lexend Deca"/>
                  <a:sym typeface="Lexend Deca"/>
                </a:rPr>
                <a:t>ARD </a:t>
              </a:r>
            </a:p>
          </p:txBody>
        </p:sp>
      </p:grpSp>
      <p:sp>
        <p:nvSpPr>
          <p:cNvPr id="12" name="Freeform 12"/>
          <p:cNvSpPr/>
          <p:nvPr/>
        </p:nvSpPr>
        <p:spPr>
          <a:xfrm>
            <a:off x="8303506" y="2822886"/>
            <a:ext cx="3527203" cy="3345634"/>
          </a:xfrm>
          <a:custGeom>
            <a:avLst/>
            <a:gdLst/>
            <a:ahLst/>
            <a:cxnLst/>
            <a:rect l="l" t="t" r="r" b="b"/>
            <a:pathLst>
              <a:path w="3527203" h="3345634">
                <a:moveTo>
                  <a:pt x="0" y="0"/>
                </a:moveTo>
                <a:lnTo>
                  <a:pt x="3527203" y="0"/>
                </a:lnTo>
                <a:lnTo>
                  <a:pt x="3527203" y="3345634"/>
                </a:lnTo>
                <a:lnTo>
                  <a:pt x="0" y="3345634"/>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US"/>
          </a:p>
        </p:txBody>
      </p:sp>
      <p:sp>
        <p:nvSpPr>
          <p:cNvPr id="13" name="Freeform 13"/>
          <p:cNvSpPr/>
          <p:nvPr/>
        </p:nvSpPr>
        <p:spPr>
          <a:xfrm>
            <a:off x="1279988" y="-781025"/>
            <a:ext cx="4674275" cy="5126472"/>
          </a:xfrm>
          <a:custGeom>
            <a:avLst/>
            <a:gdLst/>
            <a:ahLst/>
            <a:cxnLst/>
            <a:rect l="l" t="t" r="r" b="b"/>
            <a:pathLst>
              <a:path w="4674275" h="5126472">
                <a:moveTo>
                  <a:pt x="0" y="0"/>
                </a:moveTo>
                <a:lnTo>
                  <a:pt x="4674275" y="0"/>
                </a:lnTo>
                <a:lnTo>
                  <a:pt x="4674275" y="5126472"/>
                </a:lnTo>
                <a:lnTo>
                  <a:pt x="0" y="5126472"/>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US"/>
          </a:p>
        </p:txBody>
      </p:sp>
      <p:sp>
        <p:nvSpPr>
          <p:cNvPr id="14" name="Freeform 14"/>
          <p:cNvSpPr/>
          <p:nvPr/>
        </p:nvSpPr>
        <p:spPr>
          <a:xfrm>
            <a:off x="5372100" y="1136252"/>
            <a:ext cx="15087600" cy="1742950"/>
          </a:xfrm>
          <a:custGeom>
            <a:avLst/>
            <a:gdLst/>
            <a:ahLst/>
            <a:cxnLst/>
            <a:rect l="l" t="t" r="r" b="b"/>
            <a:pathLst>
              <a:path w="15087600" h="1742950">
                <a:moveTo>
                  <a:pt x="0" y="0"/>
                </a:moveTo>
                <a:lnTo>
                  <a:pt x="15087600" y="0"/>
                </a:lnTo>
                <a:lnTo>
                  <a:pt x="15087600" y="1742950"/>
                </a:lnTo>
                <a:lnTo>
                  <a:pt x="0" y="1742950"/>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endParaRPr lang="en-US"/>
          </a:p>
        </p:txBody>
      </p:sp>
      <p:sp>
        <p:nvSpPr>
          <p:cNvPr id="15" name="Freeform 15"/>
          <p:cNvSpPr/>
          <p:nvPr/>
        </p:nvSpPr>
        <p:spPr>
          <a:xfrm>
            <a:off x="1837504" y="4652888"/>
            <a:ext cx="6296850" cy="7158100"/>
          </a:xfrm>
          <a:custGeom>
            <a:avLst/>
            <a:gdLst/>
            <a:ahLst/>
            <a:cxnLst/>
            <a:rect l="l" t="t" r="r" b="b"/>
            <a:pathLst>
              <a:path w="6296850" h="7158100">
                <a:moveTo>
                  <a:pt x="0" y="0"/>
                </a:moveTo>
                <a:lnTo>
                  <a:pt x="6296850" y="0"/>
                </a:lnTo>
                <a:lnTo>
                  <a:pt x="6296850" y="7158100"/>
                </a:lnTo>
                <a:lnTo>
                  <a:pt x="0" y="7158100"/>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C8EAFF"/>
        </a:solidFill>
        <a:effectLst/>
      </p:bgPr>
    </p:bg>
    <p:spTree>
      <p:nvGrpSpPr>
        <p:cNvPr id="1" name=""/>
        <p:cNvGrpSpPr/>
        <p:nvPr/>
      </p:nvGrpSpPr>
      <p:grpSpPr>
        <a:xfrm>
          <a:off x="0" y="0"/>
          <a:ext cx="0" cy="0"/>
          <a:chOff x="0" y="0"/>
          <a:chExt cx="0" cy="0"/>
        </a:xfrm>
      </p:grpSpPr>
      <p:sp>
        <p:nvSpPr>
          <p:cNvPr id="2" name="Freeform 2"/>
          <p:cNvSpPr/>
          <p:nvPr/>
        </p:nvSpPr>
        <p:spPr>
          <a:xfrm>
            <a:off x="0" y="0"/>
            <a:ext cx="18288006" cy="10287002"/>
          </a:xfrm>
          <a:custGeom>
            <a:avLst/>
            <a:gdLst/>
            <a:ahLst/>
            <a:cxnLst/>
            <a:rect l="l" t="t" r="r" b="b"/>
            <a:pathLst>
              <a:path w="18288006" h="10287002">
                <a:moveTo>
                  <a:pt x="0" y="0"/>
                </a:moveTo>
                <a:lnTo>
                  <a:pt x="18288006" y="0"/>
                </a:lnTo>
                <a:lnTo>
                  <a:pt x="18288006" y="10287002"/>
                </a:lnTo>
                <a:lnTo>
                  <a:pt x="0" y="10287002"/>
                </a:lnTo>
                <a:lnTo>
                  <a:pt x="0" y="0"/>
                </a:lnTo>
                <a:close/>
              </a:path>
            </a:pathLst>
          </a:custGeom>
          <a:blipFill>
            <a:blip r:embed="rId3">
              <a:alphaModFix amt="57999"/>
            </a:blip>
            <a:stretch>
              <a:fillRect/>
            </a:stretch>
          </a:blipFill>
        </p:spPr>
        <p:txBody>
          <a:bodyPr/>
          <a:lstStyle/>
          <a:p>
            <a:endParaRPr lang="en-US"/>
          </a:p>
        </p:txBody>
      </p:sp>
      <p:sp>
        <p:nvSpPr>
          <p:cNvPr id="3" name="Freeform 3"/>
          <p:cNvSpPr/>
          <p:nvPr/>
        </p:nvSpPr>
        <p:spPr>
          <a:xfrm>
            <a:off x="11984752" y="4293506"/>
            <a:ext cx="10591798" cy="4746768"/>
          </a:xfrm>
          <a:custGeom>
            <a:avLst/>
            <a:gdLst/>
            <a:ahLst/>
            <a:cxnLst/>
            <a:rect l="l" t="t" r="r" b="b"/>
            <a:pathLst>
              <a:path w="10591798" h="4746768">
                <a:moveTo>
                  <a:pt x="0" y="0"/>
                </a:moveTo>
                <a:lnTo>
                  <a:pt x="10591798" y="0"/>
                </a:lnTo>
                <a:lnTo>
                  <a:pt x="10591798" y="4746768"/>
                </a:lnTo>
                <a:lnTo>
                  <a:pt x="0" y="4746768"/>
                </a:lnTo>
                <a:lnTo>
                  <a:pt x="0" y="0"/>
                </a:lnTo>
                <a:close/>
              </a:path>
            </a:pathLst>
          </a:custGeom>
          <a:blipFill>
            <a:blip r:embed="rId4"/>
            <a:stretch>
              <a:fillRect/>
            </a:stretch>
          </a:blipFill>
        </p:spPr>
        <p:txBody>
          <a:bodyPr/>
          <a:lstStyle/>
          <a:p>
            <a:endParaRPr lang="en-US"/>
          </a:p>
        </p:txBody>
      </p:sp>
      <p:sp>
        <p:nvSpPr>
          <p:cNvPr id="4" name="Freeform 4"/>
          <p:cNvSpPr/>
          <p:nvPr/>
        </p:nvSpPr>
        <p:spPr>
          <a:xfrm>
            <a:off x="10972800" y="8129450"/>
            <a:ext cx="9734552" cy="3640802"/>
          </a:xfrm>
          <a:custGeom>
            <a:avLst/>
            <a:gdLst/>
            <a:ahLst/>
            <a:cxnLst/>
            <a:rect l="l" t="t" r="r" b="b"/>
            <a:pathLst>
              <a:path w="9734552" h="3640802">
                <a:moveTo>
                  <a:pt x="0" y="0"/>
                </a:moveTo>
                <a:lnTo>
                  <a:pt x="9734552" y="0"/>
                </a:lnTo>
                <a:lnTo>
                  <a:pt x="9734552" y="3640802"/>
                </a:lnTo>
                <a:lnTo>
                  <a:pt x="0" y="3640802"/>
                </a:lnTo>
                <a:lnTo>
                  <a:pt x="0" y="0"/>
                </a:lnTo>
                <a:close/>
              </a:path>
            </a:pathLst>
          </a:custGeom>
          <a:blipFill>
            <a:blip r:embed="rId5"/>
            <a:stretch>
              <a:fillRect l="-8809" t="-16118" b="-16120"/>
            </a:stretch>
          </a:blipFill>
        </p:spPr>
        <p:txBody>
          <a:bodyPr/>
          <a:lstStyle/>
          <a:p>
            <a:endParaRPr lang="en-US"/>
          </a:p>
        </p:txBody>
      </p:sp>
      <p:sp>
        <p:nvSpPr>
          <p:cNvPr id="5" name="Freeform 5"/>
          <p:cNvSpPr/>
          <p:nvPr/>
        </p:nvSpPr>
        <p:spPr>
          <a:xfrm>
            <a:off x="4152900" y="4876800"/>
            <a:ext cx="14497050" cy="5753100"/>
          </a:xfrm>
          <a:custGeom>
            <a:avLst/>
            <a:gdLst/>
            <a:ahLst/>
            <a:cxnLst/>
            <a:rect l="l" t="t" r="r" b="b"/>
            <a:pathLst>
              <a:path w="14497050" h="5753100">
                <a:moveTo>
                  <a:pt x="0" y="0"/>
                </a:moveTo>
                <a:lnTo>
                  <a:pt x="14497050" y="0"/>
                </a:lnTo>
                <a:lnTo>
                  <a:pt x="14497050" y="5753100"/>
                </a:lnTo>
                <a:lnTo>
                  <a:pt x="0" y="57531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6" name="Freeform 6"/>
          <p:cNvSpPr/>
          <p:nvPr/>
        </p:nvSpPr>
        <p:spPr>
          <a:xfrm>
            <a:off x="11124850" y="-906850"/>
            <a:ext cx="10020650" cy="4011998"/>
          </a:xfrm>
          <a:custGeom>
            <a:avLst/>
            <a:gdLst/>
            <a:ahLst/>
            <a:cxnLst/>
            <a:rect l="l" t="t" r="r" b="b"/>
            <a:pathLst>
              <a:path w="10020650" h="4011998">
                <a:moveTo>
                  <a:pt x="0" y="0"/>
                </a:moveTo>
                <a:lnTo>
                  <a:pt x="10020650" y="0"/>
                </a:lnTo>
                <a:lnTo>
                  <a:pt x="10020650" y="4011998"/>
                </a:lnTo>
                <a:lnTo>
                  <a:pt x="0" y="4011998"/>
                </a:lnTo>
                <a:lnTo>
                  <a:pt x="0" y="0"/>
                </a:lnTo>
                <a:close/>
              </a:path>
            </a:pathLst>
          </a:custGeom>
          <a:blipFill>
            <a:blip r:embed="rId8"/>
            <a:stretch>
              <a:fillRect l="-5699" r="-2" b="-14169"/>
            </a:stretch>
          </a:blipFill>
        </p:spPr>
        <p:txBody>
          <a:bodyPr/>
          <a:lstStyle/>
          <a:p>
            <a:endParaRPr lang="en-US"/>
          </a:p>
        </p:txBody>
      </p:sp>
      <p:grpSp>
        <p:nvGrpSpPr>
          <p:cNvPr id="7" name="Group 7"/>
          <p:cNvGrpSpPr/>
          <p:nvPr/>
        </p:nvGrpSpPr>
        <p:grpSpPr>
          <a:xfrm>
            <a:off x="238626" y="256428"/>
            <a:ext cx="5175862" cy="1095346"/>
            <a:chOff x="0" y="0"/>
            <a:chExt cx="6129976" cy="1297262"/>
          </a:xfrm>
        </p:grpSpPr>
        <p:sp>
          <p:nvSpPr>
            <p:cNvPr id="8" name="Freeform 8"/>
            <p:cNvSpPr/>
            <p:nvPr/>
          </p:nvSpPr>
          <p:spPr>
            <a:xfrm>
              <a:off x="0" y="0"/>
              <a:ext cx="6129947" cy="1297310"/>
            </a:xfrm>
            <a:custGeom>
              <a:avLst/>
              <a:gdLst/>
              <a:ahLst/>
              <a:cxnLst/>
              <a:rect l="l" t="t" r="r" b="b"/>
              <a:pathLst>
                <a:path w="6129947" h="1297310">
                  <a:moveTo>
                    <a:pt x="0" y="0"/>
                  </a:moveTo>
                  <a:lnTo>
                    <a:pt x="6129947" y="0"/>
                  </a:lnTo>
                  <a:lnTo>
                    <a:pt x="6129947" y="1297310"/>
                  </a:lnTo>
                  <a:lnTo>
                    <a:pt x="0" y="1297310"/>
                  </a:lnTo>
                  <a:close/>
                </a:path>
              </a:pathLst>
            </a:custGeom>
            <a:solidFill>
              <a:srgbClr val="FFFFFF">
                <a:alpha val="11765"/>
              </a:srgbClr>
            </a:solidFill>
          </p:spPr>
          <p:txBody>
            <a:bodyPr/>
            <a:lstStyle/>
            <a:p>
              <a:endParaRPr lang="en-US"/>
            </a:p>
          </p:txBody>
        </p:sp>
        <p:sp>
          <p:nvSpPr>
            <p:cNvPr id="9" name="TextBox 9"/>
            <p:cNvSpPr txBox="1"/>
            <p:nvPr/>
          </p:nvSpPr>
          <p:spPr>
            <a:xfrm>
              <a:off x="0" y="0"/>
              <a:ext cx="6129976" cy="1297262"/>
            </a:xfrm>
            <a:prstGeom prst="rect">
              <a:avLst/>
            </a:prstGeom>
          </p:spPr>
          <p:txBody>
            <a:bodyPr lIns="57191" tIns="57191" rIns="57191" bIns="57191" rtlCol="0" anchor="ctr"/>
            <a:lstStyle/>
            <a:p>
              <a:pPr algn="ctr">
                <a:lnSpc>
                  <a:spcPts val="5403"/>
                </a:lnSpc>
              </a:pPr>
              <a:r>
                <a:rPr lang="en-US" sz="4503">
                  <a:solidFill>
                    <a:srgbClr val="13394F"/>
                  </a:solidFill>
                  <a:latin typeface="Lexend Deca"/>
                  <a:ea typeface="Lexend Deca"/>
                  <a:cs typeface="Lexend Deca"/>
                  <a:sym typeface="Lexend Deca"/>
                </a:rPr>
                <a:t>4.1 Users Table</a:t>
              </a:r>
            </a:p>
          </p:txBody>
        </p:sp>
      </p:grpSp>
      <p:sp>
        <p:nvSpPr>
          <p:cNvPr id="10" name="Freeform 10"/>
          <p:cNvSpPr/>
          <p:nvPr/>
        </p:nvSpPr>
        <p:spPr>
          <a:xfrm>
            <a:off x="12192259" y="922785"/>
            <a:ext cx="3784614" cy="4199667"/>
          </a:xfrm>
          <a:custGeom>
            <a:avLst/>
            <a:gdLst/>
            <a:ahLst/>
            <a:cxnLst/>
            <a:rect l="l" t="t" r="r" b="b"/>
            <a:pathLst>
              <a:path w="3784614" h="4199667">
                <a:moveTo>
                  <a:pt x="0" y="0"/>
                </a:moveTo>
                <a:lnTo>
                  <a:pt x="3784614" y="0"/>
                </a:lnTo>
                <a:lnTo>
                  <a:pt x="3784614" y="4199666"/>
                </a:lnTo>
                <a:lnTo>
                  <a:pt x="0" y="4199666"/>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US"/>
          </a:p>
        </p:txBody>
      </p:sp>
      <p:sp>
        <p:nvSpPr>
          <p:cNvPr id="11" name="Freeform 11"/>
          <p:cNvSpPr/>
          <p:nvPr/>
        </p:nvSpPr>
        <p:spPr>
          <a:xfrm>
            <a:off x="14611350" y="-533400"/>
            <a:ext cx="2663000" cy="7653100"/>
          </a:xfrm>
          <a:custGeom>
            <a:avLst/>
            <a:gdLst/>
            <a:ahLst/>
            <a:cxnLst/>
            <a:rect l="l" t="t" r="r" b="b"/>
            <a:pathLst>
              <a:path w="2663000" h="7653100">
                <a:moveTo>
                  <a:pt x="0" y="0"/>
                </a:moveTo>
                <a:lnTo>
                  <a:pt x="2663000" y="0"/>
                </a:lnTo>
                <a:lnTo>
                  <a:pt x="2663000" y="7653100"/>
                </a:lnTo>
                <a:lnTo>
                  <a:pt x="0" y="7653100"/>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txBody>
          <a:bodyPr/>
          <a:lstStyle/>
          <a:p>
            <a:endParaRPr lang="en-US"/>
          </a:p>
        </p:txBody>
      </p:sp>
      <p:sp>
        <p:nvSpPr>
          <p:cNvPr id="12" name="TextBox 12"/>
          <p:cNvSpPr txBox="1"/>
          <p:nvPr/>
        </p:nvSpPr>
        <p:spPr>
          <a:xfrm>
            <a:off x="238626" y="1827311"/>
            <a:ext cx="11459212" cy="7286625"/>
          </a:xfrm>
          <a:prstGeom prst="rect">
            <a:avLst/>
          </a:prstGeom>
        </p:spPr>
        <p:txBody>
          <a:bodyPr lIns="0" tIns="0" rIns="0" bIns="0" rtlCol="0" anchor="t">
            <a:spAutoFit/>
          </a:bodyPr>
          <a:lstStyle/>
          <a:p>
            <a:pPr algn="l">
              <a:lnSpc>
                <a:spcPts val="3401"/>
              </a:lnSpc>
            </a:pPr>
            <a:r>
              <a:rPr lang="en-US" sz="2834" u="sng">
                <a:solidFill>
                  <a:srgbClr val="13394F"/>
                </a:solidFill>
                <a:latin typeface="Lexend Deca"/>
                <a:ea typeface="Lexend Deca"/>
                <a:cs typeface="Lexend Deca"/>
                <a:sym typeface="Lexend Deca"/>
              </a:rPr>
              <a:t>Stores user account information.</a:t>
            </a:r>
          </a:p>
          <a:p>
            <a:pPr algn="l">
              <a:lnSpc>
                <a:spcPts val="3401"/>
              </a:lnSpc>
            </a:pPr>
            <a:endParaRPr lang="en-US" sz="2834" u="sng">
              <a:solidFill>
                <a:srgbClr val="13394F"/>
              </a:solidFill>
              <a:latin typeface="Lexend Deca"/>
              <a:ea typeface="Lexend Deca"/>
              <a:cs typeface="Lexend Deca"/>
              <a:sym typeface="Lexend Deca"/>
            </a:endParaRPr>
          </a:p>
          <a:p>
            <a:pPr marL="612008" lvl="1" indent="-306004" algn="l">
              <a:lnSpc>
                <a:spcPts val="3401"/>
              </a:lnSpc>
              <a:buFont typeface="Arial"/>
              <a:buChar char="•"/>
            </a:pPr>
            <a:r>
              <a:rPr lang="en-US" sz="2834">
                <a:solidFill>
                  <a:srgbClr val="13394F"/>
                </a:solidFill>
                <a:latin typeface="Lexend Deca"/>
                <a:ea typeface="Lexend Deca"/>
                <a:cs typeface="Lexend Deca"/>
                <a:sym typeface="Lexend Deca"/>
              </a:rPr>
              <a:t>id (INT): Unique user identifier (Primary Key).</a:t>
            </a:r>
          </a:p>
          <a:p>
            <a:pPr marL="612008" lvl="1" indent="-306004" algn="l">
              <a:lnSpc>
                <a:spcPts val="3401"/>
              </a:lnSpc>
              <a:buFont typeface="Arial"/>
              <a:buChar char="•"/>
            </a:pPr>
            <a:r>
              <a:rPr lang="en-US" sz="2834">
                <a:solidFill>
                  <a:srgbClr val="13394F"/>
                </a:solidFill>
                <a:latin typeface="Lexend Deca"/>
                <a:ea typeface="Lexend Deca"/>
                <a:cs typeface="Lexend Deca"/>
                <a:sym typeface="Lexend Deca"/>
              </a:rPr>
              <a:t>role (VARCHAR(50)): User role in the system (User- Admin).</a:t>
            </a:r>
          </a:p>
          <a:p>
            <a:pPr marL="612008" lvl="1" indent="-306004" algn="l">
              <a:lnSpc>
                <a:spcPts val="3401"/>
              </a:lnSpc>
              <a:buFont typeface="Arial"/>
              <a:buChar char="•"/>
            </a:pPr>
            <a:r>
              <a:rPr lang="en-US" sz="2834">
                <a:solidFill>
                  <a:srgbClr val="13394F"/>
                </a:solidFill>
                <a:latin typeface="Lexend Deca"/>
                <a:ea typeface="Lexend Deca"/>
                <a:cs typeface="Lexend Deca"/>
                <a:sym typeface="Lexend Deca"/>
              </a:rPr>
              <a:t>email (VARCHAR(100)): User email address (unique).</a:t>
            </a:r>
          </a:p>
          <a:p>
            <a:pPr marL="612008" lvl="1" indent="-306004" algn="l">
              <a:lnSpc>
                <a:spcPts val="3401"/>
              </a:lnSpc>
              <a:buFont typeface="Arial"/>
              <a:buChar char="•"/>
            </a:pPr>
            <a:r>
              <a:rPr lang="en-US" sz="2834">
                <a:solidFill>
                  <a:srgbClr val="13394F"/>
                </a:solidFill>
                <a:latin typeface="Lexend Deca"/>
                <a:ea typeface="Lexend Deca"/>
                <a:cs typeface="Lexend Deca"/>
                <a:sym typeface="Lexend Deca"/>
              </a:rPr>
              <a:t>password (VARCHAR(255)): User password.</a:t>
            </a:r>
          </a:p>
          <a:p>
            <a:pPr marL="612008" lvl="1" indent="-306004" algn="l">
              <a:lnSpc>
                <a:spcPts val="3401"/>
              </a:lnSpc>
              <a:buFont typeface="Arial"/>
              <a:buChar char="•"/>
            </a:pPr>
            <a:r>
              <a:rPr lang="en-US" sz="2834">
                <a:solidFill>
                  <a:srgbClr val="13394F"/>
                </a:solidFill>
                <a:latin typeface="Lexend Deca"/>
                <a:ea typeface="Lexend Deca"/>
                <a:cs typeface="Lexend Deca"/>
                <a:sym typeface="Lexend Deca"/>
              </a:rPr>
              <a:t>first_name (VARCHAR(50)): User first name.</a:t>
            </a:r>
          </a:p>
          <a:p>
            <a:pPr marL="612008" lvl="1" indent="-306004" algn="l">
              <a:lnSpc>
                <a:spcPts val="3401"/>
              </a:lnSpc>
              <a:buFont typeface="Arial"/>
              <a:buChar char="•"/>
            </a:pPr>
            <a:r>
              <a:rPr lang="en-US" sz="2834">
                <a:solidFill>
                  <a:srgbClr val="13394F"/>
                </a:solidFill>
                <a:latin typeface="Lexend Deca"/>
                <a:ea typeface="Lexend Deca"/>
                <a:cs typeface="Lexend Deca"/>
                <a:sym typeface="Lexend Deca"/>
              </a:rPr>
              <a:t>last_name (VARCHAR(50)): User last name.</a:t>
            </a:r>
          </a:p>
          <a:p>
            <a:pPr marL="612008" lvl="1" indent="-306004" algn="l">
              <a:lnSpc>
                <a:spcPts val="3401"/>
              </a:lnSpc>
              <a:buFont typeface="Arial"/>
              <a:buChar char="•"/>
            </a:pPr>
            <a:r>
              <a:rPr lang="en-US" sz="2834">
                <a:solidFill>
                  <a:srgbClr val="13394F"/>
                </a:solidFill>
                <a:latin typeface="Lexend Deca"/>
                <a:ea typeface="Lexend Deca"/>
                <a:cs typeface="Lexend Deca"/>
                <a:sym typeface="Lexend Deca"/>
              </a:rPr>
              <a:t>phone (VARCHAR(20)): User phone number.</a:t>
            </a:r>
          </a:p>
          <a:p>
            <a:pPr marL="612008" lvl="1" indent="-306004" algn="l">
              <a:lnSpc>
                <a:spcPts val="3401"/>
              </a:lnSpc>
              <a:buFont typeface="Arial"/>
              <a:buChar char="•"/>
            </a:pPr>
            <a:r>
              <a:rPr lang="en-US" sz="2834">
                <a:solidFill>
                  <a:srgbClr val="13394F"/>
                </a:solidFill>
                <a:latin typeface="Lexend Deca"/>
                <a:ea typeface="Lexend Deca"/>
                <a:cs typeface="Lexend Deca"/>
                <a:sym typeface="Lexend Deca"/>
              </a:rPr>
              <a:t>address (VARCHAR(255)): User address.</a:t>
            </a:r>
          </a:p>
          <a:p>
            <a:pPr marL="612008" lvl="1" indent="-306004" algn="l">
              <a:lnSpc>
                <a:spcPts val="3401"/>
              </a:lnSpc>
              <a:buFont typeface="Arial"/>
              <a:buChar char="•"/>
            </a:pPr>
            <a:r>
              <a:rPr lang="en-US" sz="2834">
                <a:solidFill>
                  <a:srgbClr val="13394F"/>
                </a:solidFill>
                <a:latin typeface="Lexend Deca"/>
                <a:ea typeface="Lexend Deca"/>
                <a:cs typeface="Lexend Deca"/>
                <a:sym typeface="Lexend Deca"/>
              </a:rPr>
              <a:t>zip (VARCHAR(10)): Postal code.</a:t>
            </a:r>
          </a:p>
          <a:p>
            <a:pPr marL="612008" lvl="1" indent="-306004" algn="l">
              <a:lnSpc>
                <a:spcPts val="3401"/>
              </a:lnSpc>
              <a:buFont typeface="Arial"/>
              <a:buChar char="•"/>
            </a:pPr>
            <a:r>
              <a:rPr lang="en-US" sz="2834">
                <a:solidFill>
                  <a:srgbClr val="13394F"/>
                </a:solidFill>
                <a:latin typeface="Lexend Deca"/>
                <a:ea typeface="Lexend Deca"/>
                <a:cs typeface="Lexend Deca"/>
                <a:sym typeface="Lexend Deca"/>
              </a:rPr>
              <a:t>city (VARCHAR(50)): City name.</a:t>
            </a:r>
          </a:p>
          <a:p>
            <a:pPr marL="612008" lvl="1" indent="-306004" algn="l">
              <a:lnSpc>
                <a:spcPts val="3401"/>
              </a:lnSpc>
              <a:buFont typeface="Arial"/>
              <a:buChar char="•"/>
            </a:pPr>
            <a:r>
              <a:rPr lang="en-US" sz="2834">
                <a:solidFill>
                  <a:srgbClr val="13394F"/>
                </a:solidFill>
                <a:latin typeface="Lexend Deca"/>
                <a:ea typeface="Lexend Deca"/>
                <a:cs typeface="Lexend Deca"/>
                <a:sym typeface="Lexend Deca"/>
              </a:rPr>
              <a:t>state (VARCHAR(50)): State or governorate.</a:t>
            </a:r>
          </a:p>
          <a:p>
            <a:pPr marL="612008" lvl="1" indent="-306004" algn="l">
              <a:lnSpc>
                <a:spcPts val="3401"/>
              </a:lnSpc>
              <a:buFont typeface="Arial"/>
              <a:buChar char="•"/>
            </a:pPr>
            <a:r>
              <a:rPr lang="en-US" sz="2834">
                <a:solidFill>
                  <a:srgbClr val="13394F"/>
                </a:solidFill>
                <a:latin typeface="Lexend Deca"/>
                <a:ea typeface="Lexend Deca"/>
                <a:cs typeface="Lexend Deca"/>
                <a:sym typeface="Lexend Deca"/>
              </a:rPr>
              <a:t>country (VARCHAR(50)): Country name.</a:t>
            </a:r>
          </a:p>
          <a:p>
            <a:pPr marL="612008" lvl="1" indent="-306004" algn="l">
              <a:lnSpc>
                <a:spcPts val="3401"/>
              </a:lnSpc>
              <a:buFont typeface="Arial"/>
              <a:buChar char="•"/>
            </a:pPr>
            <a:r>
              <a:rPr lang="en-US" sz="2834">
                <a:solidFill>
                  <a:srgbClr val="13394F"/>
                </a:solidFill>
                <a:latin typeface="Lexend Deca"/>
                <a:ea typeface="Lexend Deca"/>
                <a:cs typeface="Lexend Deca"/>
                <a:sym typeface="Lexend Deca"/>
              </a:rPr>
              <a:t>gender (VARCHAR(10)): User gender.</a:t>
            </a:r>
          </a:p>
          <a:p>
            <a:pPr marL="612008" lvl="1" indent="-306004" algn="l">
              <a:lnSpc>
                <a:spcPts val="3401"/>
              </a:lnSpc>
              <a:buFont typeface="Arial"/>
              <a:buChar char="•"/>
            </a:pPr>
            <a:r>
              <a:rPr lang="en-US" sz="2834">
                <a:solidFill>
                  <a:srgbClr val="13394F"/>
                </a:solidFill>
                <a:latin typeface="Lexend Deca"/>
                <a:ea typeface="Lexend Deca"/>
                <a:cs typeface="Lexend Deca"/>
                <a:sym typeface="Lexend Deca"/>
              </a:rPr>
              <a:t>age (INT): User age.</a:t>
            </a:r>
          </a:p>
          <a:p>
            <a:pPr algn="l">
              <a:lnSpc>
                <a:spcPts val="3401"/>
              </a:lnSpc>
            </a:pPr>
            <a:endParaRPr lang="en-US" sz="2834">
              <a:solidFill>
                <a:srgbClr val="13394F"/>
              </a:solidFill>
              <a:latin typeface="Lexend Deca"/>
              <a:ea typeface="Lexend Deca"/>
              <a:cs typeface="Lexend Deca"/>
              <a:sym typeface="Lexend Deca"/>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C8EAFF"/>
        </a:solidFill>
        <a:effectLst/>
      </p:bgPr>
    </p:bg>
    <p:spTree>
      <p:nvGrpSpPr>
        <p:cNvPr id="1" name=""/>
        <p:cNvGrpSpPr/>
        <p:nvPr/>
      </p:nvGrpSpPr>
      <p:grpSpPr>
        <a:xfrm>
          <a:off x="0" y="0"/>
          <a:ext cx="0" cy="0"/>
          <a:chOff x="0" y="0"/>
          <a:chExt cx="0" cy="0"/>
        </a:xfrm>
      </p:grpSpPr>
      <p:sp>
        <p:nvSpPr>
          <p:cNvPr id="2" name="Freeform 2"/>
          <p:cNvSpPr/>
          <p:nvPr/>
        </p:nvSpPr>
        <p:spPr>
          <a:xfrm>
            <a:off x="0" y="0"/>
            <a:ext cx="18288006" cy="10287002"/>
          </a:xfrm>
          <a:custGeom>
            <a:avLst/>
            <a:gdLst/>
            <a:ahLst/>
            <a:cxnLst/>
            <a:rect l="l" t="t" r="r" b="b"/>
            <a:pathLst>
              <a:path w="18288006" h="10287002">
                <a:moveTo>
                  <a:pt x="0" y="0"/>
                </a:moveTo>
                <a:lnTo>
                  <a:pt x="18288006" y="0"/>
                </a:lnTo>
                <a:lnTo>
                  <a:pt x="18288006" y="10287002"/>
                </a:lnTo>
                <a:lnTo>
                  <a:pt x="0" y="10287002"/>
                </a:lnTo>
                <a:lnTo>
                  <a:pt x="0" y="0"/>
                </a:lnTo>
                <a:close/>
              </a:path>
            </a:pathLst>
          </a:custGeom>
          <a:blipFill>
            <a:blip r:embed="rId3">
              <a:alphaModFix amt="57999"/>
            </a:blip>
            <a:stretch>
              <a:fillRect/>
            </a:stretch>
          </a:blipFill>
        </p:spPr>
        <p:txBody>
          <a:bodyPr/>
          <a:lstStyle/>
          <a:p>
            <a:endParaRPr lang="en-US"/>
          </a:p>
        </p:txBody>
      </p:sp>
      <p:sp>
        <p:nvSpPr>
          <p:cNvPr id="3" name="Freeform 3"/>
          <p:cNvSpPr/>
          <p:nvPr/>
        </p:nvSpPr>
        <p:spPr>
          <a:xfrm>
            <a:off x="12668252" y="-1883382"/>
            <a:ext cx="10591798" cy="4572496"/>
          </a:xfrm>
          <a:custGeom>
            <a:avLst/>
            <a:gdLst/>
            <a:ahLst/>
            <a:cxnLst/>
            <a:rect l="l" t="t" r="r" b="b"/>
            <a:pathLst>
              <a:path w="10591798" h="4572496">
                <a:moveTo>
                  <a:pt x="0" y="0"/>
                </a:moveTo>
                <a:lnTo>
                  <a:pt x="10591798" y="0"/>
                </a:lnTo>
                <a:lnTo>
                  <a:pt x="10591798" y="4572496"/>
                </a:lnTo>
                <a:lnTo>
                  <a:pt x="0" y="4572496"/>
                </a:lnTo>
                <a:lnTo>
                  <a:pt x="0" y="0"/>
                </a:lnTo>
                <a:close/>
              </a:path>
            </a:pathLst>
          </a:custGeom>
          <a:blipFill>
            <a:blip r:embed="rId4"/>
            <a:stretch>
              <a:fillRect/>
            </a:stretch>
          </a:blipFill>
        </p:spPr>
        <p:txBody>
          <a:bodyPr/>
          <a:lstStyle/>
          <a:p>
            <a:endParaRPr lang="en-US"/>
          </a:p>
        </p:txBody>
      </p:sp>
      <p:sp>
        <p:nvSpPr>
          <p:cNvPr id="4" name="Freeform 4"/>
          <p:cNvSpPr/>
          <p:nvPr/>
        </p:nvSpPr>
        <p:spPr>
          <a:xfrm>
            <a:off x="11565652" y="7300104"/>
            <a:ext cx="10591798" cy="4503776"/>
          </a:xfrm>
          <a:custGeom>
            <a:avLst/>
            <a:gdLst/>
            <a:ahLst/>
            <a:cxnLst/>
            <a:rect l="l" t="t" r="r" b="b"/>
            <a:pathLst>
              <a:path w="10591798" h="4503776">
                <a:moveTo>
                  <a:pt x="0" y="0"/>
                </a:moveTo>
                <a:lnTo>
                  <a:pt x="10591798" y="0"/>
                </a:lnTo>
                <a:lnTo>
                  <a:pt x="10591798" y="4503776"/>
                </a:lnTo>
                <a:lnTo>
                  <a:pt x="0" y="4503776"/>
                </a:lnTo>
                <a:lnTo>
                  <a:pt x="0" y="0"/>
                </a:lnTo>
                <a:close/>
              </a:path>
            </a:pathLst>
          </a:custGeom>
          <a:blipFill>
            <a:blip r:embed="rId5"/>
            <a:stretch>
              <a:fillRect/>
            </a:stretch>
          </a:blipFill>
        </p:spPr>
        <p:txBody>
          <a:bodyPr/>
          <a:lstStyle/>
          <a:p>
            <a:endParaRPr lang="en-US"/>
          </a:p>
        </p:txBody>
      </p:sp>
      <p:sp>
        <p:nvSpPr>
          <p:cNvPr id="5" name="Freeform 5"/>
          <p:cNvSpPr/>
          <p:nvPr/>
        </p:nvSpPr>
        <p:spPr>
          <a:xfrm flipH="1">
            <a:off x="-4686298" y="-1883380"/>
            <a:ext cx="10591796" cy="4814492"/>
          </a:xfrm>
          <a:custGeom>
            <a:avLst/>
            <a:gdLst/>
            <a:ahLst/>
            <a:cxnLst/>
            <a:rect l="l" t="t" r="r" b="b"/>
            <a:pathLst>
              <a:path w="10591796" h="4814492">
                <a:moveTo>
                  <a:pt x="10591796" y="0"/>
                </a:moveTo>
                <a:lnTo>
                  <a:pt x="0" y="0"/>
                </a:lnTo>
                <a:lnTo>
                  <a:pt x="0" y="4814492"/>
                </a:lnTo>
                <a:lnTo>
                  <a:pt x="10591796" y="4814492"/>
                </a:lnTo>
                <a:lnTo>
                  <a:pt x="10591796" y="0"/>
                </a:lnTo>
                <a:close/>
              </a:path>
            </a:pathLst>
          </a:custGeom>
          <a:blipFill>
            <a:blip r:embed="rId6"/>
            <a:stretch>
              <a:fillRect/>
            </a:stretch>
          </a:blipFill>
        </p:spPr>
        <p:txBody>
          <a:bodyPr/>
          <a:lstStyle/>
          <a:p>
            <a:endParaRPr lang="en-US"/>
          </a:p>
        </p:txBody>
      </p:sp>
      <p:sp>
        <p:nvSpPr>
          <p:cNvPr id="6" name="Freeform 6"/>
          <p:cNvSpPr/>
          <p:nvPr/>
        </p:nvSpPr>
        <p:spPr>
          <a:xfrm>
            <a:off x="15042189" y="8257445"/>
            <a:ext cx="4154838" cy="4109514"/>
          </a:xfrm>
          <a:custGeom>
            <a:avLst/>
            <a:gdLst/>
            <a:ahLst/>
            <a:cxnLst/>
            <a:rect l="l" t="t" r="r" b="b"/>
            <a:pathLst>
              <a:path w="4154838" h="4109514">
                <a:moveTo>
                  <a:pt x="0" y="0"/>
                </a:moveTo>
                <a:lnTo>
                  <a:pt x="4154838" y="0"/>
                </a:lnTo>
                <a:lnTo>
                  <a:pt x="4154838" y="4109514"/>
                </a:lnTo>
                <a:lnTo>
                  <a:pt x="0" y="4109514"/>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US"/>
          </a:p>
        </p:txBody>
      </p:sp>
      <p:sp>
        <p:nvSpPr>
          <p:cNvPr id="7" name="Freeform 7"/>
          <p:cNvSpPr/>
          <p:nvPr/>
        </p:nvSpPr>
        <p:spPr>
          <a:xfrm>
            <a:off x="8077200" y="-666750"/>
            <a:ext cx="10706100" cy="5886450"/>
          </a:xfrm>
          <a:custGeom>
            <a:avLst/>
            <a:gdLst/>
            <a:ahLst/>
            <a:cxnLst/>
            <a:rect l="l" t="t" r="r" b="b"/>
            <a:pathLst>
              <a:path w="10706100" h="5886450">
                <a:moveTo>
                  <a:pt x="0" y="0"/>
                </a:moveTo>
                <a:lnTo>
                  <a:pt x="10706100" y="0"/>
                </a:lnTo>
                <a:lnTo>
                  <a:pt x="10706100" y="5886450"/>
                </a:lnTo>
                <a:lnTo>
                  <a:pt x="0" y="5886450"/>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US"/>
          </a:p>
        </p:txBody>
      </p:sp>
      <p:sp>
        <p:nvSpPr>
          <p:cNvPr id="8" name="Freeform 8"/>
          <p:cNvSpPr/>
          <p:nvPr/>
        </p:nvSpPr>
        <p:spPr>
          <a:xfrm>
            <a:off x="-590550" y="7429500"/>
            <a:ext cx="15773400" cy="3714750"/>
          </a:xfrm>
          <a:custGeom>
            <a:avLst/>
            <a:gdLst/>
            <a:ahLst/>
            <a:cxnLst/>
            <a:rect l="l" t="t" r="r" b="b"/>
            <a:pathLst>
              <a:path w="15773400" h="3714750">
                <a:moveTo>
                  <a:pt x="0" y="0"/>
                </a:moveTo>
                <a:lnTo>
                  <a:pt x="15773400" y="0"/>
                </a:lnTo>
                <a:lnTo>
                  <a:pt x="15773400" y="3714750"/>
                </a:lnTo>
                <a:lnTo>
                  <a:pt x="0" y="3714750"/>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txBody>
          <a:bodyPr/>
          <a:lstStyle/>
          <a:p>
            <a:endParaRPr lang="en-US"/>
          </a:p>
        </p:txBody>
      </p:sp>
      <p:sp>
        <p:nvSpPr>
          <p:cNvPr id="9" name="Freeform 9"/>
          <p:cNvSpPr/>
          <p:nvPr/>
        </p:nvSpPr>
        <p:spPr>
          <a:xfrm>
            <a:off x="609600" y="402866"/>
            <a:ext cx="16985876" cy="9149126"/>
          </a:xfrm>
          <a:custGeom>
            <a:avLst/>
            <a:gdLst/>
            <a:ahLst/>
            <a:cxnLst/>
            <a:rect l="l" t="t" r="r" b="b"/>
            <a:pathLst>
              <a:path w="16985876" h="9149126">
                <a:moveTo>
                  <a:pt x="0" y="0"/>
                </a:moveTo>
                <a:lnTo>
                  <a:pt x="16985876" y="0"/>
                </a:lnTo>
                <a:lnTo>
                  <a:pt x="16985876" y="9149126"/>
                </a:lnTo>
                <a:lnTo>
                  <a:pt x="0" y="9149126"/>
                </a:lnTo>
                <a:lnTo>
                  <a:pt x="0" y="0"/>
                </a:lnTo>
                <a:close/>
              </a:path>
            </a:pathLst>
          </a:custGeom>
          <a:blipFill>
            <a:blip r:embed="rId13"/>
            <a:stretch>
              <a:fillRect l="-880" r="-6044"/>
            </a:stretch>
          </a:blipFill>
        </p:spPr>
        <p:txBody>
          <a:bodyPr/>
          <a:lstStyle/>
          <a:p>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C8EAFF"/>
        </a:solidFill>
        <a:effectLst/>
      </p:bgPr>
    </p:bg>
    <p:spTree>
      <p:nvGrpSpPr>
        <p:cNvPr id="1" name=""/>
        <p:cNvGrpSpPr/>
        <p:nvPr/>
      </p:nvGrpSpPr>
      <p:grpSpPr>
        <a:xfrm>
          <a:off x="0" y="0"/>
          <a:ext cx="0" cy="0"/>
          <a:chOff x="0" y="0"/>
          <a:chExt cx="0" cy="0"/>
        </a:xfrm>
      </p:grpSpPr>
      <p:sp>
        <p:nvSpPr>
          <p:cNvPr id="2" name="Freeform 2"/>
          <p:cNvSpPr/>
          <p:nvPr/>
        </p:nvSpPr>
        <p:spPr>
          <a:xfrm>
            <a:off x="0" y="0"/>
            <a:ext cx="18288006" cy="10287002"/>
          </a:xfrm>
          <a:custGeom>
            <a:avLst/>
            <a:gdLst/>
            <a:ahLst/>
            <a:cxnLst/>
            <a:rect l="l" t="t" r="r" b="b"/>
            <a:pathLst>
              <a:path w="18288006" h="10287002">
                <a:moveTo>
                  <a:pt x="0" y="0"/>
                </a:moveTo>
                <a:lnTo>
                  <a:pt x="18288006" y="0"/>
                </a:lnTo>
                <a:lnTo>
                  <a:pt x="18288006" y="10287002"/>
                </a:lnTo>
                <a:lnTo>
                  <a:pt x="0" y="10287002"/>
                </a:lnTo>
                <a:lnTo>
                  <a:pt x="0" y="0"/>
                </a:lnTo>
                <a:close/>
              </a:path>
            </a:pathLst>
          </a:custGeom>
          <a:blipFill>
            <a:blip r:embed="rId3">
              <a:alphaModFix amt="57999"/>
            </a:blip>
            <a:stretch>
              <a:fillRect/>
            </a:stretch>
          </a:blipFill>
        </p:spPr>
        <p:txBody>
          <a:bodyPr/>
          <a:lstStyle/>
          <a:p>
            <a:endParaRPr lang="en-US"/>
          </a:p>
        </p:txBody>
      </p:sp>
      <p:sp>
        <p:nvSpPr>
          <p:cNvPr id="3" name="Freeform 3"/>
          <p:cNvSpPr/>
          <p:nvPr/>
        </p:nvSpPr>
        <p:spPr>
          <a:xfrm>
            <a:off x="11984752" y="4293506"/>
            <a:ext cx="10591798" cy="4746768"/>
          </a:xfrm>
          <a:custGeom>
            <a:avLst/>
            <a:gdLst/>
            <a:ahLst/>
            <a:cxnLst/>
            <a:rect l="l" t="t" r="r" b="b"/>
            <a:pathLst>
              <a:path w="10591798" h="4746768">
                <a:moveTo>
                  <a:pt x="0" y="0"/>
                </a:moveTo>
                <a:lnTo>
                  <a:pt x="10591798" y="0"/>
                </a:lnTo>
                <a:lnTo>
                  <a:pt x="10591798" y="4746768"/>
                </a:lnTo>
                <a:lnTo>
                  <a:pt x="0" y="4746768"/>
                </a:lnTo>
                <a:lnTo>
                  <a:pt x="0" y="0"/>
                </a:lnTo>
                <a:close/>
              </a:path>
            </a:pathLst>
          </a:custGeom>
          <a:blipFill>
            <a:blip r:embed="rId4"/>
            <a:stretch>
              <a:fillRect/>
            </a:stretch>
          </a:blipFill>
        </p:spPr>
        <p:txBody>
          <a:bodyPr/>
          <a:lstStyle/>
          <a:p>
            <a:endParaRPr lang="en-US"/>
          </a:p>
        </p:txBody>
      </p:sp>
      <p:sp>
        <p:nvSpPr>
          <p:cNvPr id="4" name="Freeform 4"/>
          <p:cNvSpPr/>
          <p:nvPr/>
        </p:nvSpPr>
        <p:spPr>
          <a:xfrm>
            <a:off x="10972800" y="8129450"/>
            <a:ext cx="9734552" cy="3640802"/>
          </a:xfrm>
          <a:custGeom>
            <a:avLst/>
            <a:gdLst/>
            <a:ahLst/>
            <a:cxnLst/>
            <a:rect l="l" t="t" r="r" b="b"/>
            <a:pathLst>
              <a:path w="9734552" h="3640802">
                <a:moveTo>
                  <a:pt x="0" y="0"/>
                </a:moveTo>
                <a:lnTo>
                  <a:pt x="9734552" y="0"/>
                </a:lnTo>
                <a:lnTo>
                  <a:pt x="9734552" y="3640802"/>
                </a:lnTo>
                <a:lnTo>
                  <a:pt x="0" y="3640802"/>
                </a:lnTo>
                <a:lnTo>
                  <a:pt x="0" y="0"/>
                </a:lnTo>
                <a:close/>
              </a:path>
            </a:pathLst>
          </a:custGeom>
          <a:blipFill>
            <a:blip r:embed="rId5"/>
            <a:stretch>
              <a:fillRect l="-8809" t="-16118" b="-16120"/>
            </a:stretch>
          </a:blipFill>
        </p:spPr>
        <p:txBody>
          <a:bodyPr/>
          <a:lstStyle/>
          <a:p>
            <a:endParaRPr lang="en-US"/>
          </a:p>
        </p:txBody>
      </p:sp>
      <p:sp>
        <p:nvSpPr>
          <p:cNvPr id="5" name="Freeform 5"/>
          <p:cNvSpPr/>
          <p:nvPr/>
        </p:nvSpPr>
        <p:spPr>
          <a:xfrm>
            <a:off x="4152900" y="4876800"/>
            <a:ext cx="14497050" cy="5753100"/>
          </a:xfrm>
          <a:custGeom>
            <a:avLst/>
            <a:gdLst/>
            <a:ahLst/>
            <a:cxnLst/>
            <a:rect l="l" t="t" r="r" b="b"/>
            <a:pathLst>
              <a:path w="14497050" h="5753100">
                <a:moveTo>
                  <a:pt x="0" y="0"/>
                </a:moveTo>
                <a:lnTo>
                  <a:pt x="14497050" y="0"/>
                </a:lnTo>
                <a:lnTo>
                  <a:pt x="14497050" y="5753100"/>
                </a:lnTo>
                <a:lnTo>
                  <a:pt x="0" y="57531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6" name="Freeform 6"/>
          <p:cNvSpPr/>
          <p:nvPr/>
        </p:nvSpPr>
        <p:spPr>
          <a:xfrm>
            <a:off x="11124850" y="-906850"/>
            <a:ext cx="10020650" cy="4011998"/>
          </a:xfrm>
          <a:custGeom>
            <a:avLst/>
            <a:gdLst/>
            <a:ahLst/>
            <a:cxnLst/>
            <a:rect l="l" t="t" r="r" b="b"/>
            <a:pathLst>
              <a:path w="10020650" h="4011998">
                <a:moveTo>
                  <a:pt x="0" y="0"/>
                </a:moveTo>
                <a:lnTo>
                  <a:pt x="10020650" y="0"/>
                </a:lnTo>
                <a:lnTo>
                  <a:pt x="10020650" y="4011998"/>
                </a:lnTo>
                <a:lnTo>
                  <a:pt x="0" y="4011998"/>
                </a:lnTo>
                <a:lnTo>
                  <a:pt x="0" y="0"/>
                </a:lnTo>
                <a:close/>
              </a:path>
            </a:pathLst>
          </a:custGeom>
          <a:blipFill>
            <a:blip r:embed="rId8"/>
            <a:stretch>
              <a:fillRect l="-5699" r="-2" b="-14169"/>
            </a:stretch>
          </a:blipFill>
        </p:spPr>
        <p:txBody>
          <a:bodyPr/>
          <a:lstStyle/>
          <a:p>
            <a:endParaRPr lang="en-US"/>
          </a:p>
        </p:txBody>
      </p:sp>
      <p:grpSp>
        <p:nvGrpSpPr>
          <p:cNvPr id="7" name="Group 7"/>
          <p:cNvGrpSpPr/>
          <p:nvPr/>
        </p:nvGrpSpPr>
        <p:grpSpPr>
          <a:xfrm>
            <a:off x="238626" y="256428"/>
            <a:ext cx="5175862" cy="1105580"/>
            <a:chOff x="0" y="0"/>
            <a:chExt cx="6129976" cy="1309381"/>
          </a:xfrm>
        </p:grpSpPr>
        <p:sp>
          <p:nvSpPr>
            <p:cNvPr id="8" name="Freeform 8"/>
            <p:cNvSpPr/>
            <p:nvPr/>
          </p:nvSpPr>
          <p:spPr>
            <a:xfrm>
              <a:off x="0" y="0"/>
              <a:ext cx="6129947" cy="1309429"/>
            </a:xfrm>
            <a:custGeom>
              <a:avLst/>
              <a:gdLst/>
              <a:ahLst/>
              <a:cxnLst/>
              <a:rect l="l" t="t" r="r" b="b"/>
              <a:pathLst>
                <a:path w="6129947" h="1309429">
                  <a:moveTo>
                    <a:pt x="0" y="0"/>
                  </a:moveTo>
                  <a:lnTo>
                    <a:pt x="6129947" y="0"/>
                  </a:lnTo>
                  <a:lnTo>
                    <a:pt x="6129947" y="1309429"/>
                  </a:lnTo>
                  <a:lnTo>
                    <a:pt x="0" y="1309429"/>
                  </a:lnTo>
                  <a:close/>
                </a:path>
              </a:pathLst>
            </a:custGeom>
            <a:solidFill>
              <a:srgbClr val="FFFFFF">
                <a:alpha val="11765"/>
              </a:srgbClr>
            </a:solidFill>
          </p:spPr>
          <p:txBody>
            <a:bodyPr/>
            <a:lstStyle/>
            <a:p>
              <a:endParaRPr lang="en-US"/>
            </a:p>
          </p:txBody>
        </p:sp>
        <p:sp>
          <p:nvSpPr>
            <p:cNvPr id="9" name="TextBox 9"/>
            <p:cNvSpPr txBox="1"/>
            <p:nvPr/>
          </p:nvSpPr>
          <p:spPr>
            <a:xfrm>
              <a:off x="0" y="0"/>
              <a:ext cx="6129976" cy="1309381"/>
            </a:xfrm>
            <a:prstGeom prst="rect">
              <a:avLst/>
            </a:prstGeom>
          </p:spPr>
          <p:txBody>
            <a:bodyPr lIns="57191" tIns="57191" rIns="57191" bIns="57191" rtlCol="0" anchor="ctr"/>
            <a:lstStyle/>
            <a:p>
              <a:pPr algn="ctr">
                <a:lnSpc>
                  <a:spcPts val="5403"/>
                </a:lnSpc>
              </a:pPr>
              <a:r>
                <a:rPr lang="en-US" sz="4503">
                  <a:solidFill>
                    <a:srgbClr val="13394F"/>
                  </a:solidFill>
                  <a:latin typeface="Lexend Deca"/>
                  <a:ea typeface="Lexend Deca"/>
                  <a:cs typeface="Lexend Deca"/>
                  <a:sym typeface="Lexend Deca"/>
                </a:rPr>
                <a:t>4.2 Fights Table</a:t>
              </a:r>
            </a:p>
          </p:txBody>
        </p:sp>
      </p:grpSp>
      <p:sp>
        <p:nvSpPr>
          <p:cNvPr id="10" name="Freeform 10"/>
          <p:cNvSpPr/>
          <p:nvPr/>
        </p:nvSpPr>
        <p:spPr>
          <a:xfrm>
            <a:off x="12192259" y="922785"/>
            <a:ext cx="3784614" cy="4199667"/>
          </a:xfrm>
          <a:custGeom>
            <a:avLst/>
            <a:gdLst/>
            <a:ahLst/>
            <a:cxnLst/>
            <a:rect l="l" t="t" r="r" b="b"/>
            <a:pathLst>
              <a:path w="3784614" h="4199667">
                <a:moveTo>
                  <a:pt x="0" y="0"/>
                </a:moveTo>
                <a:lnTo>
                  <a:pt x="3784614" y="0"/>
                </a:lnTo>
                <a:lnTo>
                  <a:pt x="3784614" y="4199666"/>
                </a:lnTo>
                <a:lnTo>
                  <a:pt x="0" y="4199666"/>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US"/>
          </a:p>
        </p:txBody>
      </p:sp>
      <p:sp>
        <p:nvSpPr>
          <p:cNvPr id="11" name="Freeform 11"/>
          <p:cNvSpPr/>
          <p:nvPr/>
        </p:nvSpPr>
        <p:spPr>
          <a:xfrm>
            <a:off x="14611350" y="-533400"/>
            <a:ext cx="2663000" cy="7653100"/>
          </a:xfrm>
          <a:custGeom>
            <a:avLst/>
            <a:gdLst/>
            <a:ahLst/>
            <a:cxnLst/>
            <a:rect l="l" t="t" r="r" b="b"/>
            <a:pathLst>
              <a:path w="2663000" h="7653100">
                <a:moveTo>
                  <a:pt x="0" y="0"/>
                </a:moveTo>
                <a:lnTo>
                  <a:pt x="2663000" y="0"/>
                </a:lnTo>
                <a:lnTo>
                  <a:pt x="2663000" y="7653100"/>
                </a:lnTo>
                <a:lnTo>
                  <a:pt x="0" y="7653100"/>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txBody>
          <a:bodyPr/>
          <a:lstStyle/>
          <a:p>
            <a:endParaRPr lang="en-US"/>
          </a:p>
        </p:txBody>
      </p:sp>
      <p:sp>
        <p:nvSpPr>
          <p:cNvPr id="12" name="TextBox 12"/>
          <p:cNvSpPr txBox="1"/>
          <p:nvPr/>
        </p:nvSpPr>
        <p:spPr>
          <a:xfrm>
            <a:off x="238626" y="1827311"/>
            <a:ext cx="11326103" cy="5812541"/>
          </a:xfrm>
          <a:prstGeom prst="rect">
            <a:avLst/>
          </a:prstGeom>
        </p:spPr>
        <p:txBody>
          <a:bodyPr lIns="0" tIns="0" rIns="0" bIns="0" rtlCol="0" anchor="t">
            <a:spAutoFit/>
          </a:bodyPr>
          <a:lstStyle/>
          <a:p>
            <a:pPr algn="l">
              <a:lnSpc>
                <a:spcPts val="3548"/>
              </a:lnSpc>
            </a:pPr>
            <a:r>
              <a:rPr lang="en-US" sz="2956" u="sng">
                <a:solidFill>
                  <a:srgbClr val="13394F"/>
                </a:solidFill>
                <a:latin typeface="Lexend Deca"/>
                <a:ea typeface="Lexend Deca"/>
                <a:cs typeface="Lexend Deca"/>
                <a:sym typeface="Lexend Deca"/>
              </a:rPr>
              <a:t>Stores flight details.</a:t>
            </a:r>
          </a:p>
          <a:p>
            <a:pPr algn="l">
              <a:lnSpc>
                <a:spcPts val="3548"/>
              </a:lnSpc>
            </a:pPr>
            <a:endParaRPr lang="en-US" sz="2956" u="sng">
              <a:solidFill>
                <a:srgbClr val="13394F"/>
              </a:solidFill>
              <a:latin typeface="Lexend Deca"/>
              <a:ea typeface="Lexend Deca"/>
              <a:cs typeface="Lexend Deca"/>
              <a:sym typeface="Lexend Deca"/>
            </a:endParaRPr>
          </a:p>
          <a:p>
            <a:pPr marL="638414" lvl="1" indent="-319207" algn="l">
              <a:lnSpc>
                <a:spcPts val="3548"/>
              </a:lnSpc>
              <a:buFont typeface="Arial"/>
              <a:buChar char="•"/>
            </a:pPr>
            <a:r>
              <a:rPr lang="en-US" sz="2956">
                <a:solidFill>
                  <a:srgbClr val="13394F"/>
                </a:solidFill>
                <a:latin typeface="Lexend Deca"/>
                <a:ea typeface="Lexend Deca"/>
                <a:cs typeface="Lexend Deca"/>
                <a:sym typeface="Lexend Deca"/>
              </a:rPr>
              <a:t>id (INT): Unique flight identifier (Primary Key).</a:t>
            </a:r>
          </a:p>
          <a:p>
            <a:pPr marL="638414" lvl="1" indent="-319207" algn="l">
              <a:lnSpc>
                <a:spcPts val="3548"/>
              </a:lnSpc>
              <a:buFont typeface="Arial"/>
              <a:buChar char="•"/>
            </a:pPr>
            <a:r>
              <a:rPr lang="en-US" sz="2956">
                <a:solidFill>
                  <a:srgbClr val="13394F"/>
                </a:solidFill>
                <a:latin typeface="Lexend Deca"/>
                <a:ea typeface="Lexend Deca"/>
                <a:cs typeface="Lexend Deca"/>
                <a:sym typeface="Lexend Deca"/>
              </a:rPr>
              <a:t>flight_name (VARCHAR(100)): Flight name or code.</a:t>
            </a:r>
          </a:p>
          <a:p>
            <a:pPr marL="638414" lvl="1" indent="-319207" algn="l">
              <a:lnSpc>
                <a:spcPts val="3548"/>
              </a:lnSpc>
              <a:buFont typeface="Arial"/>
              <a:buChar char="•"/>
            </a:pPr>
            <a:r>
              <a:rPr lang="en-US" sz="2956">
                <a:solidFill>
                  <a:srgbClr val="13394F"/>
                </a:solidFill>
                <a:latin typeface="Lexend Deca"/>
                <a:ea typeface="Lexend Deca"/>
                <a:cs typeface="Lexend Deca"/>
                <a:sym typeface="Lexend Deca"/>
              </a:rPr>
              <a:t>source (VARCHAR(100)): Source Airport Name.</a:t>
            </a:r>
          </a:p>
          <a:p>
            <a:pPr marL="638414" lvl="1" indent="-319207" algn="l">
              <a:lnSpc>
                <a:spcPts val="3548"/>
              </a:lnSpc>
              <a:buFont typeface="Arial"/>
              <a:buChar char="•"/>
            </a:pPr>
            <a:r>
              <a:rPr lang="en-US" sz="2956">
                <a:solidFill>
                  <a:srgbClr val="13394F"/>
                </a:solidFill>
                <a:latin typeface="Lexend Deca"/>
                <a:ea typeface="Lexend Deca"/>
                <a:cs typeface="Lexend Deca"/>
                <a:sym typeface="Lexend Deca"/>
              </a:rPr>
              <a:t>destination (VARCHAR(100)): Destination Airport Name.</a:t>
            </a:r>
          </a:p>
          <a:p>
            <a:pPr marL="638414" lvl="1" indent="-319207" algn="l">
              <a:lnSpc>
                <a:spcPts val="3548"/>
              </a:lnSpc>
              <a:buFont typeface="Arial"/>
              <a:buChar char="•"/>
            </a:pPr>
            <a:r>
              <a:rPr lang="en-US" sz="2956">
                <a:solidFill>
                  <a:srgbClr val="13394F"/>
                </a:solidFill>
                <a:latin typeface="Lexend Deca"/>
                <a:ea typeface="Lexend Deca"/>
                <a:cs typeface="Lexend Deca"/>
                <a:sym typeface="Lexend Deca"/>
              </a:rPr>
              <a:t>date (DATE): Flight date.</a:t>
            </a:r>
          </a:p>
          <a:p>
            <a:pPr marL="638414" lvl="1" indent="-319207" algn="l">
              <a:lnSpc>
                <a:spcPts val="3548"/>
              </a:lnSpc>
              <a:buFont typeface="Arial"/>
              <a:buChar char="•"/>
            </a:pPr>
            <a:r>
              <a:rPr lang="en-US" sz="2956">
                <a:solidFill>
                  <a:srgbClr val="13394F"/>
                </a:solidFill>
                <a:latin typeface="Lexend Deca"/>
                <a:ea typeface="Lexend Deca"/>
                <a:cs typeface="Lexend Deca"/>
                <a:sym typeface="Lexend Deca"/>
              </a:rPr>
              <a:t>time (TIME): Flight time.</a:t>
            </a:r>
          </a:p>
          <a:p>
            <a:pPr marL="638414" lvl="1" indent="-319207" algn="l">
              <a:lnSpc>
                <a:spcPts val="3548"/>
              </a:lnSpc>
              <a:buFont typeface="Arial"/>
              <a:buChar char="•"/>
            </a:pPr>
            <a:r>
              <a:rPr lang="en-US" sz="2956">
                <a:solidFill>
                  <a:srgbClr val="13394F"/>
                </a:solidFill>
                <a:latin typeface="Lexend Deca"/>
                <a:ea typeface="Lexend Deca"/>
                <a:cs typeface="Lexend Deca"/>
                <a:sym typeface="Lexend Deca"/>
              </a:rPr>
              <a:t>business_seat (INT): Available business class seats.</a:t>
            </a:r>
          </a:p>
          <a:p>
            <a:pPr marL="638414" lvl="1" indent="-319207" algn="l">
              <a:lnSpc>
                <a:spcPts val="3548"/>
              </a:lnSpc>
              <a:buFont typeface="Arial"/>
              <a:buChar char="•"/>
            </a:pPr>
            <a:r>
              <a:rPr lang="en-US" sz="2956">
                <a:solidFill>
                  <a:srgbClr val="13394F"/>
                </a:solidFill>
                <a:latin typeface="Lexend Deca"/>
                <a:ea typeface="Lexend Deca"/>
                <a:cs typeface="Lexend Deca"/>
                <a:sym typeface="Lexend Deca"/>
              </a:rPr>
              <a:t>economy_seat (INT): Available economy class seats.</a:t>
            </a:r>
          </a:p>
          <a:p>
            <a:pPr marL="638414" lvl="1" indent="-319207" algn="l">
              <a:lnSpc>
                <a:spcPts val="3548"/>
              </a:lnSpc>
              <a:buFont typeface="Arial"/>
              <a:buChar char="•"/>
            </a:pPr>
            <a:r>
              <a:rPr lang="en-US" sz="2956">
                <a:solidFill>
                  <a:srgbClr val="13394F"/>
                </a:solidFill>
                <a:latin typeface="Lexend Deca"/>
                <a:ea typeface="Lexend Deca"/>
                <a:cs typeface="Lexend Deca"/>
                <a:sym typeface="Lexend Deca"/>
              </a:rPr>
              <a:t>bag_number (INT): Allowed number of bags.</a:t>
            </a:r>
          </a:p>
          <a:p>
            <a:pPr algn="l">
              <a:lnSpc>
                <a:spcPts val="3548"/>
              </a:lnSpc>
            </a:pPr>
            <a:endParaRPr lang="en-US" sz="2956">
              <a:solidFill>
                <a:srgbClr val="13394F"/>
              </a:solidFill>
              <a:latin typeface="Lexend Deca"/>
              <a:ea typeface="Lexend Deca"/>
              <a:cs typeface="Lexend Deca"/>
              <a:sym typeface="Lexend Deca"/>
            </a:endParaRPr>
          </a:p>
          <a:p>
            <a:pPr algn="l">
              <a:lnSpc>
                <a:spcPts val="3548"/>
              </a:lnSpc>
            </a:pPr>
            <a:endParaRPr lang="en-US" sz="2956">
              <a:solidFill>
                <a:srgbClr val="13394F"/>
              </a:solidFill>
              <a:latin typeface="Lexend Deca"/>
              <a:ea typeface="Lexend Deca"/>
              <a:cs typeface="Lexend Deca"/>
              <a:sym typeface="Lexend Deca"/>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C8EAFF"/>
        </a:solidFill>
        <a:effectLst/>
      </p:bgPr>
    </p:bg>
    <p:spTree>
      <p:nvGrpSpPr>
        <p:cNvPr id="1" name=""/>
        <p:cNvGrpSpPr/>
        <p:nvPr/>
      </p:nvGrpSpPr>
      <p:grpSpPr>
        <a:xfrm>
          <a:off x="0" y="0"/>
          <a:ext cx="0" cy="0"/>
          <a:chOff x="0" y="0"/>
          <a:chExt cx="0" cy="0"/>
        </a:xfrm>
      </p:grpSpPr>
      <p:sp>
        <p:nvSpPr>
          <p:cNvPr id="2" name="Freeform 2"/>
          <p:cNvSpPr/>
          <p:nvPr/>
        </p:nvSpPr>
        <p:spPr>
          <a:xfrm>
            <a:off x="0" y="0"/>
            <a:ext cx="18288006" cy="10287002"/>
          </a:xfrm>
          <a:custGeom>
            <a:avLst/>
            <a:gdLst/>
            <a:ahLst/>
            <a:cxnLst/>
            <a:rect l="l" t="t" r="r" b="b"/>
            <a:pathLst>
              <a:path w="18288006" h="10287002">
                <a:moveTo>
                  <a:pt x="0" y="0"/>
                </a:moveTo>
                <a:lnTo>
                  <a:pt x="18288006" y="0"/>
                </a:lnTo>
                <a:lnTo>
                  <a:pt x="18288006" y="10287002"/>
                </a:lnTo>
                <a:lnTo>
                  <a:pt x="0" y="10287002"/>
                </a:lnTo>
                <a:lnTo>
                  <a:pt x="0" y="0"/>
                </a:lnTo>
                <a:close/>
              </a:path>
            </a:pathLst>
          </a:custGeom>
          <a:blipFill>
            <a:blip r:embed="rId3">
              <a:alphaModFix amt="57999"/>
            </a:blip>
            <a:stretch>
              <a:fillRect/>
            </a:stretch>
          </a:blipFill>
        </p:spPr>
        <p:txBody>
          <a:bodyPr/>
          <a:lstStyle/>
          <a:p>
            <a:endParaRPr lang="en-US"/>
          </a:p>
        </p:txBody>
      </p:sp>
      <p:sp>
        <p:nvSpPr>
          <p:cNvPr id="3" name="Freeform 3"/>
          <p:cNvSpPr/>
          <p:nvPr/>
        </p:nvSpPr>
        <p:spPr>
          <a:xfrm>
            <a:off x="12668252" y="-1883382"/>
            <a:ext cx="10591798" cy="4572496"/>
          </a:xfrm>
          <a:custGeom>
            <a:avLst/>
            <a:gdLst/>
            <a:ahLst/>
            <a:cxnLst/>
            <a:rect l="l" t="t" r="r" b="b"/>
            <a:pathLst>
              <a:path w="10591798" h="4572496">
                <a:moveTo>
                  <a:pt x="0" y="0"/>
                </a:moveTo>
                <a:lnTo>
                  <a:pt x="10591798" y="0"/>
                </a:lnTo>
                <a:lnTo>
                  <a:pt x="10591798" y="4572496"/>
                </a:lnTo>
                <a:lnTo>
                  <a:pt x="0" y="4572496"/>
                </a:lnTo>
                <a:lnTo>
                  <a:pt x="0" y="0"/>
                </a:lnTo>
                <a:close/>
              </a:path>
            </a:pathLst>
          </a:custGeom>
          <a:blipFill>
            <a:blip r:embed="rId4"/>
            <a:stretch>
              <a:fillRect/>
            </a:stretch>
          </a:blipFill>
        </p:spPr>
        <p:txBody>
          <a:bodyPr/>
          <a:lstStyle/>
          <a:p>
            <a:endParaRPr lang="en-US"/>
          </a:p>
        </p:txBody>
      </p:sp>
      <p:sp>
        <p:nvSpPr>
          <p:cNvPr id="4" name="Freeform 4"/>
          <p:cNvSpPr/>
          <p:nvPr/>
        </p:nvSpPr>
        <p:spPr>
          <a:xfrm>
            <a:off x="11565652" y="7300104"/>
            <a:ext cx="10591798" cy="4503776"/>
          </a:xfrm>
          <a:custGeom>
            <a:avLst/>
            <a:gdLst/>
            <a:ahLst/>
            <a:cxnLst/>
            <a:rect l="l" t="t" r="r" b="b"/>
            <a:pathLst>
              <a:path w="10591798" h="4503776">
                <a:moveTo>
                  <a:pt x="0" y="0"/>
                </a:moveTo>
                <a:lnTo>
                  <a:pt x="10591798" y="0"/>
                </a:lnTo>
                <a:lnTo>
                  <a:pt x="10591798" y="4503776"/>
                </a:lnTo>
                <a:lnTo>
                  <a:pt x="0" y="4503776"/>
                </a:lnTo>
                <a:lnTo>
                  <a:pt x="0" y="0"/>
                </a:lnTo>
                <a:close/>
              </a:path>
            </a:pathLst>
          </a:custGeom>
          <a:blipFill>
            <a:blip r:embed="rId5"/>
            <a:stretch>
              <a:fillRect/>
            </a:stretch>
          </a:blipFill>
        </p:spPr>
        <p:txBody>
          <a:bodyPr/>
          <a:lstStyle/>
          <a:p>
            <a:endParaRPr lang="en-US"/>
          </a:p>
        </p:txBody>
      </p:sp>
      <p:sp>
        <p:nvSpPr>
          <p:cNvPr id="5" name="Freeform 5"/>
          <p:cNvSpPr/>
          <p:nvPr/>
        </p:nvSpPr>
        <p:spPr>
          <a:xfrm flipH="1">
            <a:off x="-4686298" y="-1883380"/>
            <a:ext cx="10591796" cy="4814492"/>
          </a:xfrm>
          <a:custGeom>
            <a:avLst/>
            <a:gdLst/>
            <a:ahLst/>
            <a:cxnLst/>
            <a:rect l="l" t="t" r="r" b="b"/>
            <a:pathLst>
              <a:path w="10591796" h="4814492">
                <a:moveTo>
                  <a:pt x="10591796" y="0"/>
                </a:moveTo>
                <a:lnTo>
                  <a:pt x="0" y="0"/>
                </a:lnTo>
                <a:lnTo>
                  <a:pt x="0" y="4814492"/>
                </a:lnTo>
                <a:lnTo>
                  <a:pt x="10591796" y="4814492"/>
                </a:lnTo>
                <a:lnTo>
                  <a:pt x="10591796" y="0"/>
                </a:lnTo>
                <a:close/>
              </a:path>
            </a:pathLst>
          </a:custGeom>
          <a:blipFill>
            <a:blip r:embed="rId6"/>
            <a:stretch>
              <a:fillRect/>
            </a:stretch>
          </a:blipFill>
        </p:spPr>
        <p:txBody>
          <a:bodyPr/>
          <a:lstStyle/>
          <a:p>
            <a:endParaRPr lang="en-US"/>
          </a:p>
        </p:txBody>
      </p:sp>
      <p:sp>
        <p:nvSpPr>
          <p:cNvPr id="6" name="Freeform 6"/>
          <p:cNvSpPr/>
          <p:nvPr/>
        </p:nvSpPr>
        <p:spPr>
          <a:xfrm>
            <a:off x="15042189" y="8257445"/>
            <a:ext cx="4154838" cy="4109514"/>
          </a:xfrm>
          <a:custGeom>
            <a:avLst/>
            <a:gdLst/>
            <a:ahLst/>
            <a:cxnLst/>
            <a:rect l="l" t="t" r="r" b="b"/>
            <a:pathLst>
              <a:path w="4154838" h="4109514">
                <a:moveTo>
                  <a:pt x="0" y="0"/>
                </a:moveTo>
                <a:lnTo>
                  <a:pt x="4154838" y="0"/>
                </a:lnTo>
                <a:lnTo>
                  <a:pt x="4154838" y="4109514"/>
                </a:lnTo>
                <a:lnTo>
                  <a:pt x="0" y="4109514"/>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US"/>
          </a:p>
        </p:txBody>
      </p:sp>
      <p:sp>
        <p:nvSpPr>
          <p:cNvPr id="7" name="Freeform 7"/>
          <p:cNvSpPr/>
          <p:nvPr/>
        </p:nvSpPr>
        <p:spPr>
          <a:xfrm>
            <a:off x="8077200" y="-666750"/>
            <a:ext cx="10706100" cy="5886450"/>
          </a:xfrm>
          <a:custGeom>
            <a:avLst/>
            <a:gdLst/>
            <a:ahLst/>
            <a:cxnLst/>
            <a:rect l="l" t="t" r="r" b="b"/>
            <a:pathLst>
              <a:path w="10706100" h="5886450">
                <a:moveTo>
                  <a:pt x="0" y="0"/>
                </a:moveTo>
                <a:lnTo>
                  <a:pt x="10706100" y="0"/>
                </a:lnTo>
                <a:lnTo>
                  <a:pt x="10706100" y="5886450"/>
                </a:lnTo>
                <a:lnTo>
                  <a:pt x="0" y="5886450"/>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US"/>
          </a:p>
        </p:txBody>
      </p:sp>
      <p:sp>
        <p:nvSpPr>
          <p:cNvPr id="8" name="Freeform 8"/>
          <p:cNvSpPr/>
          <p:nvPr/>
        </p:nvSpPr>
        <p:spPr>
          <a:xfrm>
            <a:off x="-590550" y="7429500"/>
            <a:ext cx="15773400" cy="3714750"/>
          </a:xfrm>
          <a:custGeom>
            <a:avLst/>
            <a:gdLst/>
            <a:ahLst/>
            <a:cxnLst/>
            <a:rect l="l" t="t" r="r" b="b"/>
            <a:pathLst>
              <a:path w="15773400" h="3714750">
                <a:moveTo>
                  <a:pt x="0" y="0"/>
                </a:moveTo>
                <a:lnTo>
                  <a:pt x="15773400" y="0"/>
                </a:lnTo>
                <a:lnTo>
                  <a:pt x="15773400" y="3714750"/>
                </a:lnTo>
                <a:lnTo>
                  <a:pt x="0" y="3714750"/>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txBody>
          <a:bodyPr/>
          <a:lstStyle/>
          <a:p>
            <a:endParaRPr lang="en-US"/>
          </a:p>
        </p:txBody>
      </p:sp>
      <p:sp>
        <p:nvSpPr>
          <p:cNvPr id="9" name="Freeform 9"/>
          <p:cNvSpPr/>
          <p:nvPr/>
        </p:nvSpPr>
        <p:spPr>
          <a:xfrm>
            <a:off x="355723" y="808517"/>
            <a:ext cx="17608428" cy="8669967"/>
          </a:xfrm>
          <a:custGeom>
            <a:avLst/>
            <a:gdLst/>
            <a:ahLst/>
            <a:cxnLst/>
            <a:rect l="l" t="t" r="r" b="b"/>
            <a:pathLst>
              <a:path w="17608428" h="8669967">
                <a:moveTo>
                  <a:pt x="0" y="0"/>
                </a:moveTo>
                <a:lnTo>
                  <a:pt x="17608428" y="0"/>
                </a:lnTo>
                <a:lnTo>
                  <a:pt x="17608428" y="8669966"/>
                </a:lnTo>
                <a:lnTo>
                  <a:pt x="0" y="8669966"/>
                </a:lnTo>
                <a:lnTo>
                  <a:pt x="0" y="0"/>
                </a:lnTo>
                <a:close/>
              </a:path>
            </a:pathLst>
          </a:custGeom>
          <a:blipFill>
            <a:blip r:embed="rId13"/>
            <a:stretch>
              <a:fillRect t="-1281" b="-1281"/>
            </a:stretch>
          </a:blipFill>
        </p:spPr>
        <p:txBody>
          <a:bodyPr/>
          <a:lstStyle/>
          <a:p>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C8EAFF"/>
        </a:solidFill>
        <a:effectLst/>
      </p:bgPr>
    </p:bg>
    <p:spTree>
      <p:nvGrpSpPr>
        <p:cNvPr id="1" name=""/>
        <p:cNvGrpSpPr/>
        <p:nvPr/>
      </p:nvGrpSpPr>
      <p:grpSpPr>
        <a:xfrm>
          <a:off x="0" y="0"/>
          <a:ext cx="0" cy="0"/>
          <a:chOff x="0" y="0"/>
          <a:chExt cx="0" cy="0"/>
        </a:xfrm>
      </p:grpSpPr>
      <p:sp>
        <p:nvSpPr>
          <p:cNvPr id="2" name="Freeform 2"/>
          <p:cNvSpPr/>
          <p:nvPr/>
        </p:nvSpPr>
        <p:spPr>
          <a:xfrm>
            <a:off x="0" y="0"/>
            <a:ext cx="18288006" cy="10287002"/>
          </a:xfrm>
          <a:custGeom>
            <a:avLst/>
            <a:gdLst/>
            <a:ahLst/>
            <a:cxnLst/>
            <a:rect l="l" t="t" r="r" b="b"/>
            <a:pathLst>
              <a:path w="18288006" h="10287002">
                <a:moveTo>
                  <a:pt x="0" y="0"/>
                </a:moveTo>
                <a:lnTo>
                  <a:pt x="18288006" y="0"/>
                </a:lnTo>
                <a:lnTo>
                  <a:pt x="18288006" y="10287002"/>
                </a:lnTo>
                <a:lnTo>
                  <a:pt x="0" y="10287002"/>
                </a:lnTo>
                <a:lnTo>
                  <a:pt x="0" y="0"/>
                </a:lnTo>
                <a:close/>
              </a:path>
            </a:pathLst>
          </a:custGeom>
          <a:blipFill>
            <a:blip r:embed="rId3">
              <a:alphaModFix amt="57999"/>
            </a:blip>
            <a:stretch>
              <a:fillRect/>
            </a:stretch>
          </a:blipFill>
        </p:spPr>
        <p:txBody>
          <a:bodyPr/>
          <a:lstStyle/>
          <a:p>
            <a:endParaRPr lang="en-US"/>
          </a:p>
        </p:txBody>
      </p:sp>
      <p:sp>
        <p:nvSpPr>
          <p:cNvPr id="3" name="Freeform 3"/>
          <p:cNvSpPr/>
          <p:nvPr/>
        </p:nvSpPr>
        <p:spPr>
          <a:xfrm>
            <a:off x="11984752" y="4293506"/>
            <a:ext cx="10591798" cy="4746768"/>
          </a:xfrm>
          <a:custGeom>
            <a:avLst/>
            <a:gdLst/>
            <a:ahLst/>
            <a:cxnLst/>
            <a:rect l="l" t="t" r="r" b="b"/>
            <a:pathLst>
              <a:path w="10591798" h="4746768">
                <a:moveTo>
                  <a:pt x="0" y="0"/>
                </a:moveTo>
                <a:lnTo>
                  <a:pt x="10591798" y="0"/>
                </a:lnTo>
                <a:lnTo>
                  <a:pt x="10591798" y="4746768"/>
                </a:lnTo>
                <a:lnTo>
                  <a:pt x="0" y="4746768"/>
                </a:lnTo>
                <a:lnTo>
                  <a:pt x="0" y="0"/>
                </a:lnTo>
                <a:close/>
              </a:path>
            </a:pathLst>
          </a:custGeom>
          <a:blipFill>
            <a:blip r:embed="rId4"/>
            <a:stretch>
              <a:fillRect/>
            </a:stretch>
          </a:blipFill>
        </p:spPr>
        <p:txBody>
          <a:bodyPr/>
          <a:lstStyle/>
          <a:p>
            <a:endParaRPr lang="en-US"/>
          </a:p>
        </p:txBody>
      </p:sp>
      <p:sp>
        <p:nvSpPr>
          <p:cNvPr id="4" name="Freeform 4"/>
          <p:cNvSpPr/>
          <p:nvPr/>
        </p:nvSpPr>
        <p:spPr>
          <a:xfrm>
            <a:off x="10972800" y="8129450"/>
            <a:ext cx="9734552" cy="3640802"/>
          </a:xfrm>
          <a:custGeom>
            <a:avLst/>
            <a:gdLst/>
            <a:ahLst/>
            <a:cxnLst/>
            <a:rect l="l" t="t" r="r" b="b"/>
            <a:pathLst>
              <a:path w="9734552" h="3640802">
                <a:moveTo>
                  <a:pt x="0" y="0"/>
                </a:moveTo>
                <a:lnTo>
                  <a:pt x="9734552" y="0"/>
                </a:lnTo>
                <a:lnTo>
                  <a:pt x="9734552" y="3640802"/>
                </a:lnTo>
                <a:lnTo>
                  <a:pt x="0" y="3640802"/>
                </a:lnTo>
                <a:lnTo>
                  <a:pt x="0" y="0"/>
                </a:lnTo>
                <a:close/>
              </a:path>
            </a:pathLst>
          </a:custGeom>
          <a:blipFill>
            <a:blip r:embed="rId5"/>
            <a:stretch>
              <a:fillRect l="-8809" t="-16118" b="-16120"/>
            </a:stretch>
          </a:blipFill>
        </p:spPr>
        <p:txBody>
          <a:bodyPr/>
          <a:lstStyle/>
          <a:p>
            <a:endParaRPr lang="en-US"/>
          </a:p>
        </p:txBody>
      </p:sp>
      <p:sp>
        <p:nvSpPr>
          <p:cNvPr id="5" name="Freeform 5"/>
          <p:cNvSpPr/>
          <p:nvPr/>
        </p:nvSpPr>
        <p:spPr>
          <a:xfrm>
            <a:off x="4152900" y="4876800"/>
            <a:ext cx="14497050" cy="5753100"/>
          </a:xfrm>
          <a:custGeom>
            <a:avLst/>
            <a:gdLst/>
            <a:ahLst/>
            <a:cxnLst/>
            <a:rect l="l" t="t" r="r" b="b"/>
            <a:pathLst>
              <a:path w="14497050" h="5753100">
                <a:moveTo>
                  <a:pt x="0" y="0"/>
                </a:moveTo>
                <a:lnTo>
                  <a:pt x="14497050" y="0"/>
                </a:lnTo>
                <a:lnTo>
                  <a:pt x="14497050" y="5753100"/>
                </a:lnTo>
                <a:lnTo>
                  <a:pt x="0" y="57531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6" name="Freeform 6"/>
          <p:cNvSpPr/>
          <p:nvPr/>
        </p:nvSpPr>
        <p:spPr>
          <a:xfrm>
            <a:off x="11124850" y="-906850"/>
            <a:ext cx="10020650" cy="4011998"/>
          </a:xfrm>
          <a:custGeom>
            <a:avLst/>
            <a:gdLst/>
            <a:ahLst/>
            <a:cxnLst/>
            <a:rect l="l" t="t" r="r" b="b"/>
            <a:pathLst>
              <a:path w="10020650" h="4011998">
                <a:moveTo>
                  <a:pt x="0" y="0"/>
                </a:moveTo>
                <a:lnTo>
                  <a:pt x="10020650" y="0"/>
                </a:lnTo>
                <a:lnTo>
                  <a:pt x="10020650" y="4011998"/>
                </a:lnTo>
                <a:lnTo>
                  <a:pt x="0" y="4011998"/>
                </a:lnTo>
                <a:lnTo>
                  <a:pt x="0" y="0"/>
                </a:lnTo>
                <a:close/>
              </a:path>
            </a:pathLst>
          </a:custGeom>
          <a:blipFill>
            <a:blip r:embed="rId8"/>
            <a:stretch>
              <a:fillRect l="-5699" r="-2" b="-14169"/>
            </a:stretch>
          </a:blipFill>
        </p:spPr>
        <p:txBody>
          <a:bodyPr/>
          <a:lstStyle/>
          <a:p>
            <a:endParaRPr lang="en-US"/>
          </a:p>
        </p:txBody>
      </p:sp>
      <p:grpSp>
        <p:nvGrpSpPr>
          <p:cNvPr id="7" name="Group 7"/>
          <p:cNvGrpSpPr/>
          <p:nvPr/>
        </p:nvGrpSpPr>
        <p:grpSpPr>
          <a:xfrm>
            <a:off x="238626" y="256428"/>
            <a:ext cx="5175862" cy="1105580"/>
            <a:chOff x="0" y="0"/>
            <a:chExt cx="6129976" cy="1309381"/>
          </a:xfrm>
        </p:grpSpPr>
        <p:sp>
          <p:nvSpPr>
            <p:cNvPr id="8" name="Freeform 8"/>
            <p:cNvSpPr/>
            <p:nvPr/>
          </p:nvSpPr>
          <p:spPr>
            <a:xfrm>
              <a:off x="0" y="0"/>
              <a:ext cx="6129947" cy="1309429"/>
            </a:xfrm>
            <a:custGeom>
              <a:avLst/>
              <a:gdLst/>
              <a:ahLst/>
              <a:cxnLst/>
              <a:rect l="l" t="t" r="r" b="b"/>
              <a:pathLst>
                <a:path w="6129947" h="1309429">
                  <a:moveTo>
                    <a:pt x="0" y="0"/>
                  </a:moveTo>
                  <a:lnTo>
                    <a:pt x="6129947" y="0"/>
                  </a:lnTo>
                  <a:lnTo>
                    <a:pt x="6129947" y="1309429"/>
                  </a:lnTo>
                  <a:lnTo>
                    <a:pt x="0" y="1309429"/>
                  </a:lnTo>
                  <a:close/>
                </a:path>
              </a:pathLst>
            </a:custGeom>
            <a:solidFill>
              <a:srgbClr val="FFFFFF">
                <a:alpha val="11765"/>
              </a:srgbClr>
            </a:solidFill>
          </p:spPr>
          <p:txBody>
            <a:bodyPr/>
            <a:lstStyle/>
            <a:p>
              <a:endParaRPr lang="en-US"/>
            </a:p>
          </p:txBody>
        </p:sp>
        <p:sp>
          <p:nvSpPr>
            <p:cNvPr id="9" name="TextBox 9"/>
            <p:cNvSpPr txBox="1"/>
            <p:nvPr/>
          </p:nvSpPr>
          <p:spPr>
            <a:xfrm>
              <a:off x="0" y="0"/>
              <a:ext cx="6129976" cy="1309381"/>
            </a:xfrm>
            <a:prstGeom prst="rect">
              <a:avLst/>
            </a:prstGeom>
          </p:spPr>
          <p:txBody>
            <a:bodyPr lIns="57191" tIns="57191" rIns="57191" bIns="57191" rtlCol="0" anchor="ctr"/>
            <a:lstStyle/>
            <a:p>
              <a:pPr algn="ctr">
                <a:lnSpc>
                  <a:spcPts val="5403"/>
                </a:lnSpc>
              </a:pPr>
              <a:r>
                <a:rPr lang="en-US" sz="4503">
                  <a:solidFill>
                    <a:srgbClr val="13394F"/>
                  </a:solidFill>
                  <a:latin typeface="Lexend Deca"/>
                  <a:ea typeface="Lexend Deca"/>
                  <a:cs typeface="Lexend Deca"/>
                  <a:sym typeface="Lexend Deca"/>
                </a:rPr>
                <a:t>4.3 Airport Table</a:t>
              </a:r>
            </a:p>
          </p:txBody>
        </p:sp>
      </p:grpSp>
      <p:sp>
        <p:nvSpPr>
          <p:cNvPr id="10" name="Freeform 10"/>
          <p:cNvSpPr/>
          <p:nvPr/>
        </p:nvSpPr>
        <p:spPr>
          <a:xfrm>
            <a:off x="12192259" y="922785"/>
            <a:ext cx="3784614" cy="4199667"/>
          </a:xfrm>
          <a:custGeom>
            <a:avLst/>
            <a:gdLst/>
            <a:ahLst/>
            <a:cxnLst/>
            <a:rect l="l" t="t" r="r" b="b"/>
            <a:pathLst>
              <a:path w="3784614" h="4199667">
                <a:moveTo>
                  <a:pt x="0" y="0"/>
                </a:moveTo>
                <a:lnTo>
                  <a:pt x="3784614" y="0"/>
                </a:lnTo>
                <a:lnTo>
                  <a:pt x="3784614" y="4199666"/>
                </a:lnTo>
                <a:lnTo>
                  <a:pt x="0" y="4199666"/>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US"/>
          </a:p>
        </p:txBody>
      </p:sp>
      <p:sp>
        <p:nvSpPr>
          <p:cNvPr id="11" name="Freeform 11"/>
          <p:cNvSpPr/>
          <p:nvPr/>
        </p:nvSpPr>
        <p:spPr>
          <a:xfrm>
            <a:off x="14611350" y="-533400"/>
            <a:ext cx="2663000" cy="7653100"/>
          </a:xfrm>
          <a:custGeom>
            <a:avLst/>
            <a:gdLst/>
            <a:ahLst/>
            <a:cxnLst/>
            <a:rect l="l" t="t" r="r" b="b"/>
            <a:pathLst>
              <a:path w="2663000" h="7653100">
                <a:moveTo>
                  <a:pt x="0" y="0"/>
                </a:moveTo>
                <a:lnTo>
                  <a:pt x="2663000" y="0"/>
                </a:lnTo>
                <a:lnTo>
                  <a:pt x="2663000" y="7653100"/>
                </a:lnTo>
                <a:lnTo>
                  <a:pt x="0" y="7653100"/>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txBody>
          <a:bodyPr/>
          <a:lstStyle/>
          <a:p>
            <a:endParaRPr lang="en-US"/>
          </a:p>
        </p:txBody>
      </p:sp>
      <p:sp>
        <p:nvSpPr>
          <p:cNvPr id="12" name="TextBox 12"/>
          <p:cNvSpPr txBox="1"/>
          <p:nvPr/>
        </p:nvSpPr>
        <p:spPr>
          <a:xfrm>
            <a:off x="238626" y="1827311"/>
            <a:ext cx="10239754" cy="2771650"/>
          </a:xfrm>
          <a:prstGeom prst="rect">
            <a:avLst/>
          </a:prstGeom>
        </p:spPr>
        <p:txBody>
          <a:bodyPr lIns="0" tIns="0" rIns="0" bIns="0" rtlCol="0" anchor="t">
            <a:spAutoFit/>
          </a:bodyPr>
          <a:lstStyle/>
          <a:p>
            <a:pPr algn="l">
              <a:lnSpc>
                <a:spcPts val="3661"/>
              </a:lnSpc>
            </a:pPr>
            <a:r>
              <a:rPr lang="en-US" sz="3051" u="sng">
                <a:solidFill>
                  <a:srgbClr val="13394F"/>
                </a:solidFill>
                <a:latin typeface="Lexend Deca"/>
                <a:ea typeface="Lexend Deca"/>
                <a:cs typeface="Lexend Deca"/>
                <a:sym typeface="Lexend Deca"/>
              </a:rPr>
              <a:t>Stores airport information.</a:t>
            </a:r>
          </a:p>
          <a:p>
            <a:pPr algn="l">
              <a:lnSpc>
                <a:spcPts val="3661"/>
              </a:lnSpc>
            </a:pPr>
            <a:endParaRPr lang="en-US" sz="3051" u="sng">
              <a:solidFill>
                <a:srgbClr val="13394F"/>
              </a:solidFill>
              <a:latin typeface="Lexend Deca"/>
              <a:ea typeface="Lexend Deca"/>
              <a:cs typeface="Lexend Deca"/>
              <a:sym typeface="Lexend Deca"/>
            </a:endParaRPr>
          </a:p>
          <a:p>
            <a:pPr marL="658759" lvl="1" indent="-329379" algn="l">
              <a:lnSpc>
                <a:spcPts val="3661"/>
              </a:lnSpc>
              <a:buFont typeface="Arial"/>
              <a:buChar char="•"/>
            </a:pPr>
            <a:r>
              <a:rPr lang="en-US" sz="3051">
                <a:solidFill>
                  <a:srgbClr val="13394F"/>
                </a:solidFill>
                <a:latin typeface="Lexend Deca"/>
                <a:ea typeface="Lexend Deca"/>
                <a:cs typeface="Lexend Deca"/>
                <a:sym typeface="Lexend Deca"/>
              </a:rPr>
              <a:t>id (INT): Unique airport identifier (Primary Key).</a:t>
            </a:r>
          </a:p>
          <a:p>
            <a:pPr marL="658759" lvl="1" indent="-329379" algn="l">
              <a:lnSpc>
                <a:spcPts val="3661"/>
              </a:lnSpc>
              <a:buFont typeface="Arial"/>
              <a:buChar char="•"/>
            </a:pPr>
            <a:r>
              <a:rPr lang="en-US" sz="3051">
                <a:solidFill>
                  <a:srgbClr val="13394F"/>
                </a:solidFill>
                <a:latin typeface="Lexend Deca"/>
                <a:ea typeface="Lexend Deca"/>
                <a:cs typeface="Lexend Deca"/>
                <a:sym typeface="Lexend Deca"/>
              </a:rPr>
              <a:t>airport_name (VARCHAR(100)): Airport name.</a:t>
            </a:r>
          </a:p>
          <a:p>
            <a:pPr marL="658759" lvl="1" indent="-329379" algn="l">
              <a:lnSpc>
                <a:spcPts val="3661"/>
              </a:lnSpc>
              <a:buFont typeface="Arial"/>
              <a:buChar char="•"/>
            </a:pPr>
            <a:r>
              <a:rPr lang="en-US" sz="3051">
                <a:solidFill>
                  <a:srgbClr val="13394F"/>
                </a:solidFill>
                <a:latin typeface="Lexend Deca"/>
                <a:ea typeface="Lexend Deca"/>
                <a:cs typeface="Lexend Deca"/>
                <a:sym typeface="Lexend Deca"/>
              </a:rPr>
              <a:t>price (INT): Airport-related cost</a:t>
            </a:r>
          </a:p>
          <a:p>
            <a:pPr algn="l">
              <a:lnSpc>
                <a:spcPts val="3661"/>
              </a:lnSpc>
            </a:pPr>
            <a:endParaRPr lang="en-US" sz="3051">
              <a:solidFill>
                <a:srgbClr val="13394F"/>
              </a:solidFill>
              <a:latin typeface="Lexend Deca"/>
              <a:ea typeface="Lexend Deca"/>
              <a:cs typeface="Lexend Deca"/>
              <a:sym typeface="Lexend Deca"/>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C8EAFF"/>
        </a:solidFill>
        <a:effectLst/>
      </p:bgPr>
    </p:bg>
    <p:spTree>
      <p:nvGrpSpPr>
        <p:cNvPr id="1" name=""/>
        <p:cNvGrpSpPr/>
        <p:nvPr/>
      </p:nvGrpSpPr>
      <p:grpSpPr>
        <a:xfrm>
          <a:off x="0" y="0"/>
          <a:ext cx="0" cy="0"/>
          <a:chOff x="0" y="0"/>
          <a:chExt cx="0" cy="0"/>
        </a:xfrm>
      </p:grpSpPr>
      <p:sp>
        <p:nvSpPr>
          <p:cNvPr id="2" name="Freeform 2"/>
          <p:cNvSpPr/>
          <p:nvPr/>
        </p:nvSpPr>
        <p:spPr>
          <a:xfrm>
            <a:off x="0" y="0"/>
            <a:ext cx="18288006" cy="10287002"/>
          </a:xfrm>
          <a:custGeom>
            <a:avLst/>
            <a:gdLst/>
            <a:ahLst/>
            <a:cxnLst/>
            <a:rect l="l" t="t" r="r" b="b"/>
            <a:pathLst>
              <a:path w="18288006" h="10287002">
                <a:moveTo>
                  <a:pt x="0" y="0"/>
                </a:moveTo>
                <a:lnTo>
                  <a:pt x="18288006" y="0"/>
                </a:lnTo>
                <a:lnTo>
                  <a:pt x="18288006" y="10287002"/>
                </a:lnTo>
                <a:lnTo>
                  <a:pt x="0" y="10287002"/>
                </a:lnTo>
                <a:lnTo>
                  <a:pt x="0" y="0"/>
                </a:lnTo>
                <a:close/>
              </a:path>
            </a:pathLst>
          </a:custGeom>
          <a:blipFill>
            <a:blip r:embed="rId3">
              <a:alphaModFix amt="57999"/>
            </a:blip>
            <a:stretch>
              <a:fillRect/>
            </a:stretch>
          </a:blipFill>
        </p:spPr>
        <p:txBody>
          <a:bodyPr/>
          <a:lstStyle/>
          <a:p>
            <a:endParaRPr lang="en-US"/>
          </a:p>
        </p:txBody>
      </p:sp>
      <p:sp>
        <p:nvSpPr>
          <p:cNvPr id="3" name="Freeform 3"/>
          <p:cNvSpPr/>
          <p:nvPr/>
        </p:nvSpPr>
        <p:spPr>
          <a:xfrm>
            <a:off x="12668252" y="-1883382"/>
            <a:ext cx="10591798" cy="4572496"/>
          </a:xfrm>
          <a:custGeom>
            <a:avLst/>
            <a:gdLst/>
            <a:ahLst/>
            <a:cxnLst/>
            <a:rect l="l" t="t" r="r" b="b"/>
            <a:pathLst>
              <a:path w="10591798" h="4572496">
                <a:moveTo>
                  <a:pt x="0" y="0"/>
                </a:moveTo>
                <a:lnTo>
                  <a:pt x="10591798" y="0"/>
                </a:lnTo>
                <a:lnTo>
                  <a:pt x="10591798" y="4572496"/>
                </a:lnTo>
                <a:lnTo>
                  <a:pt x="0" y="4572496"/>
                </a:lnTo>
                <a:lnTo>
                  <a:pt x="0" y="0"/>
                </a:lnTo>
                <a:close/>
              </a:path>
            </a:pathLst>
          </a:custGeom>
          <a:blipFill>
            <a:blip r:embed="rId4"/>
            <a:stretch>
              <a:fillRect/>
            </a:stretch>
          </a:blipFill>
        </p:spPr>
        <p:txBody>
          <a:bodyPr/>
          <a:lstStyle/>
          <a:p>
            <a:endParaRPr lang="en-US"/>
          </a:p>
        </p:txBody>
      </p:sp>
      <p:sp>
        <p:nvSpPr>
          <p:cNvPr id="4" name="Freeform 4"/>
          <p:cNvSpPr/>
          <p:nvPr/>
        </p:nvSpPr>
        <p:spPr>
          <a:xfrm>
            <a:off x="11565652" y="7300104"/>
            <a:ext cx="10591798" cy="4503776"/>
          </a:xfrm>
          <a:custGeom>
            <a:avLst/>
            <a:gdLst/>
            <a:ahLst/>
            <a:cxnLst/>
            <a:rect l="l" t="t" r="r" b="b"/>
            <a:pathLst>
              <a:path w="10591798" h="4503776">
                <a:moveTo>
                  <a:pt x="0" y="0"/>
                </a:moveTo>
                <a:lnTo>
                  <a:pt x="10591798" y="0"/>
                </a:lnTo>
                <a:lnTo>
                  <a:pt x="10591798" y="4503776"/>
                </a:lnTo>
                <a:lnTo>
                  <a:pt x="0" y="4503776"/>
                </a:lnTo>
                <a:lnTo>
                  <a:pt x="0" y="0"/>
                </a:lnTo>
                <a:close/>
              </a:path>
            </a:pathLst>
          </a:custGeom>
          <a:blipFill>
            <a:blip r:embed="rId5"/>
            <a:stretch>
              <a:fillRect/>
            </a:stretch>
          </a:blipFill>
        </p:spPr>
        <p:txBody>
          <a:bodyPr/>
          <a:lstStyle/>
          <a:p>
            <a:endParaRPr lang="en-US"/>
          </a:p>
        </p:txBody>
      </p:sp>
      <p:sp>
        <p:nvSpPr>
          <p:cNvPr id="5" name="Freeform 5"/>
          <p:cNvSpPr/>
          <p:nvPr/>
        </p:nvSpPr>
        <p:spPr>
          <a:xfrm flipH="1">
            <a:off x="-4686298" y="-1883380"/>
            <a:ext cx="10591796" cy="4814492"/>
          </a:xfrm>
          <a:custGeom>
            <a:avLst/>
            <a:gdLst/>
            <a:ahLst/>
            <a:cxnLst/>
            <a:rect l="l" t="t" r="r" b="b"/>
            <a:pathLst>
              <a:path w="10591796" h="4814492">
                <a:moveTo>
                  <a:pt x="10591796" y="0"/>
                </a:moveTo>
                <a:lnTo>
                  <a:pt x="0" y="0"/>
                </a:lnTo>
                <a:lnTo>
                  <a:pt x="0" y="4814492"/>
                </a:lnTo>
                <a:lnTo>
                  <a:pt x="10591796" y="4814492"/>
                </a:lnTo>
                <a:lnTo>
                  <a:pt x="10591796" y="0"/>
                </a:lnTo>
                <a:close/>
              </a:path>
            </a:pathLst>
          </a:custGeom>
          <a:blipFill>
            <a:blip r:embed="rId6"/>
            <a:stretch>
              <a:fillRect/>
            </a:stretch>
          </a:blipFill>
        </p:spPr>
        <p:txBody>
          <a:bodyPr/>
          <a:lstStyle/>
          <a:p>
            <a:endParaRPr lang="en-US"/>
          </a:p>
        </p:txBody>
      </p:sp>
      <p:sp>
        <p:nvSpPr>
          <p:cNvPr id="6" name="Freeform 6"/>
          <p:cNvSpPr/>
          <p:nvPr/>
        </p:nvSpPr>
        <p:spPr>
          <a:xfrm>
            <a:off x="15042189" y="8257445"/>
            <a:ext cx="4154838" cy="4109514"/>
          </a:xfrm>
          <a:custGeom>
            <a:avLst/>
            <a:gdLst/>
            <a:ahLst/>
            <a:cxnLst/>
            <a:rect l="l" t="t" r="r" b="b"/>
            <a:pathLst>
              <a:path w="4154838" h="4109514">
                <a:moveTo>
                  <a:pt x="0" y="0"/>
                </a:moveTo>
                <a:lnTo>
                  <a:pt x="4154838" y="0"/>
                </a:lnTo>
                <a:lnTo>
                  <a:pt x="4154838" y="4109514"/>
                </a:lnTo>
                <a:lnTo>
                  <a:pt x="0" y="4109514"/>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US"/>
          </a:p>
        </p:txBody>
      </p:sp>
      <p:sp>
        <p:nvSpPr>
          <p:cNvPr id="7" name="Freeform 7"/>
          <p:cNvSpPr/>
          <p:nvPr/>
        </p:nvSpPr>
        <p:spPr>
          <a:xfrm>
            <a:off x="8077200" y="-666750"/>
            <a:ext cx="10706100" cy="5886450"/>
          </a:xfrm>
          <a:custGeom>
            <a:avLst/>
            <a:gdLst/>
            <a:ahLst/>
            <a:cxnLst/>
            <a:rect l="l" t="t" r="r" b="b"/>
            <a:pathLst>
              <a:path w="10706100" h="5886450">
                <a:moveTo>
                  <a:pt x="0" y="0"/>
                </a:moveTo>
                <a:lnTo>
                  <a:pt x="10706100" y="0"/>
                </a:lnTo>
                <a:lnTo>
                  <a:pt x="10706100" y="5886450"/>
                </a:lnTo>
                <a:lnTo>
                  <a:pt x="0" y="5886450"/>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US"/>
          </a:p>
        </p:txBody>
      </p:sp>
      <p:sp>
        <p:nvSpPr>
          <p:cNvPr id="8" name="Freeform 8"/>
          <p:cNvSpPr/>
          <p:nvPr/>
        </p:nvSpPr>
        <p:spPr>
          <a:xfrm>
            <a:off x="-590550" y="7429500"/>
            <a:ext cx="15773400" cy="3714750"/>
          </a:xfrm>
          <a:custGeom>
            <a:avLst/>
            <a:gdLst/>
            <a:ahLst/>
            <a:cxnLst/>
            <a:rect l="l" t="t" r="r" b="b"/>
            <a:pathLst>
              <a:path w="15773400" h="3714750">
                <a:moveTo>
                  <a:pt x="0" y="0"/>
                </a:moveTo>
                <a:lnTo>
                  <a:pt x="15773400" y="0"/>
                </a:lnTo>
                <a:lnTo>
                  <a:pt x="15773400" y="3714750"/>
                </a:lnTo>
                <a:lnTo>
                  <a:pt x="0" y="3714750"/>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txBody>
          <a:bodyPr/>
          <a:lstStyle/>
          <a:p>
            <a:endParaRPr lang="en-US"/>
          </a:p>
        </p:txBody>
      </p:sp>
      <p:sp>
        <p:nvSpPr>
          <p:cNvPr id="9" name="Freeform 9"/>
          <p:cNvSpPr/>
          <p:nvPr/>
        </p:nvSpPr>
        <p:spPr>
          <a:xfrm>
            <a:off x="609600" y="849406"/>
            <a:ext cx="17106845" cy="8702586"/>
          </a:xfrm>
          <a:custGeom>
            <a:avLst/>
            <a:gdLst/>
            <a:ahLst/>
            <a:cxnLst/>
            <a:rect l="l" t="t" r="r" b="b"/>
            <a:pathLst>
              <a:path w="17106845" h="8702586">
                <a:moveTo>
                  <a:pt x="0" y="0"/>
                </a:moveTo>
                <a:lnTo>
                  <a:pt x="17106845" y="0"/>
                </a:lnTo>
                <a:lnTo>
                  <a:pt x="17106845" y="8702586"/>
                </a:lnTo>
                <a:lnTo>
                  <a:pt x="0" y="8702586"/>
                </a:lnTo>
                <a:lnTo>
                  <a:pt x="0" y="0"/>
                </a:lnTo>
                <a:close/>
              </a:path>
            </a:pathLst>
          </a:custGeom>
          <a:blipFill>
            <a:blip r:embed="rId13"/>
            <a:stretch>
              <a:fillRect l="-311" t="-381" r="-311"/>
            </a:stretch>
          </a:blipFill>
        </p:spPr>
        <p:txBody>
          <a:bodyPr/>
          <a:lstStyle/>
          <a:p>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C8EAFF"/>
        </a:solidFill>
        <a:effectLst/>
      </p:bgPr>
    </p:bg>
    <p:spTree>
      <p:nvGrpSpPr>
        <p:cNvPr id="1" name=""/>
        <p:cNvGrpSpPr/>
        <p:nvPr/>
      </p:nvGrpSpPr>
      <p:grpSpPr>
        <a:xfrm>
          <a:off x="0" y="0"/>
          <a:ext cx="0" cy="0"/>
          <a:chOff x="0" y="0"/>
          <a:chExt cx="0" cy="0"/>
        </a:xfrm>
      </p:grpSpPr>
      <p:sp>
        <p:nvSpPr>
          <p:cNvPr id="2" name="Freeform 2"/>
          <p:cNvSpPr/>
          <p:nvPr/>
        </p:nvSpPr>
        <p:spPr>
          <a:xfrm>
            <a:off x="0" y="0"/>
            <a:ext cx="18288006" cy="10287002"/>
          </a:xfrm>
          <a:custGeom>
            <a:avLst/>
            <a:gdLst/>
            <a:ahLst/>
            <a:cxnLst/>
            <a:rect l="l" t="t" r="r" b="b"/>
            <a:pathLst>
              <a:path w="18288006" h="10287002">
                <a:moveTo>
                  <a:pt x="0" y="0"/>
                </a:moveTo>
                <a:lnTo>
                  <a:pt x="18288006" y="0"/>
                </a:lnTo>
                <a:lnTo>
                  <a:pt x="18288006" y="10287002"/>
                </a:lnTo>
                <a:lnTo>
                  <a:pt x="0" y="10287002"/>
                </a:lnTo>
                <a:lnTo>
                  <a:pt x="0" y="0"/>
                </a:lnTo>
                <a:close/>
              </a:path>
            </a:pathLst>
          </a:custGeom>
          <a:blipFill>
            <a:blip r:embed="rId3">
              <a:alphaModFix amt="57999"/>
            </a:blip>
            <a:stretch>
              <a:fillRect/>
            </a:stretch>
          </a:blipFill>
        </p:spPr>
        <p:txBody>
          <a:bodyPr/>
          <a:lstStyle/>
          <a:p>
            <a:endParaRPr lang="en-US"/>
          </a:p>
        </p:txBody>
      </p:sp>
      <p:sp>
        <p:nvSpPr>
          <p:cNvPr id="3" name="Freeform 3"/>
          <p:cNvSpPr/>
          <p:nvPr/>
        </p:nvSpPr>
        <p:spPr>
          <a:xfrm>
            <a:off x="11984752" y="4293506"/>
            <a:ext cx="10591798" cy="4746768"/>
          </a:xfrm>
          <a:custGeom>
            <a:avLst/>
            <a:gdLst/>
            <a:ahLst/>
            <a:cxnLst/>
            <a:rect l="l" t="t" r="r" b="b"/>
            <a:pathLst>
              <a:path w="10591798" h="4746768">
                <a:moveTo>
                  <a:pt x="0" y="0"/>
                </a:moveTo>
                <a:lnTo>
                  <a:pt x="10591798" y="0"/>
                </a:lnTo>
                <a:lnTo>
                  <a:pt x="10591798" y="4746768"/>
                </a:lnTo>
                <a:lnTo>
                  <a:pt x="0" y="4746768"/>
                </a:lnTo>
                <a:lnTo>
                  <a:pt x="0" y="0"/>
                </a:lnTo>
                <a:close/>
              </a:path>
            </a:pathLst>
          </a:custGeom>
          <a:blipFill>
            <a:blip r:embed="rId4"/>
            <a:stretch>
              <a:fillRect/>
            </a:stretch>
          </a:blipFill>
        </p:spPr>
        <p:txBody>
          <a:bodyPr/>
          <a:lstStyle/>
          <a:p>
            <a:endParaRPr lang="en-US"/>
          </a:p>
        </p:txBody>
      </p:sp>
      <p:sp>
        <p:nvSpPr>
          <p:cNvPr id="4" name="Freeform 4"/>
          <p:cNvSpPr/>
          <p:nvPr/>
        </p:nvSpPr>
        <p:spPr>
          <a:xfrm>
            <a:off x="10972800" y="8129450"/>
            <a:ext cx="9734552" cy="3640802"/>
          </a:xfrm>
          <a:custGeom>
            <a:avLst/>
            <a:gdLst/>
            <a:ahLst/>
            <a:cxnLst/>
            <a:rect l="l" t="t" r="r" b="b"/>
            <a:pathLst>
              <a:path w="9734552" h="3640802">
                <a:moveTo>
                  <a:pt x="0" y="0"/>
                </a:moveTo>
                <a:lnTo>
                  <a:pt x="9734552" y="0"/>
                </a:lnTo>
                <a:lnTo>
                  <a:pt x="9734552" y="3640802"/>
                </a:lnTo>
                <a:lnTo>
                  <a:pt x="0" y="3640802"/>
                </a:lnTo>
                <a:lnTo>
                  <a:pt x="0" y="0"/>
                </a:lnTo>
                <a:close/>
              </a:path>
            </a:pathLst>
          </a:custGeom>
          <a:blipFill>
            <a:blip r:embed="rId5"/>
            <a:stretch>
              <a:fillRect l="-8809" t="-16118" b="-16120"/>
            </a:stretch>
          </a:blipFill>
        </p:spPr>
        <p:txBody>
          <a:bodyPr/>
          <a:lstStyle/>
          <a:p>
            <a:endParaRPr lang="en-US"/>
          </a:p>
        </p:txBody>
      </p:sp>
      <p:sp>
        <p:nvSpPr>
          <p:cNvPr id="5" name="Freeform 5"/>
          <p:cNvSpPr/>
          <p:nvPr/>
        </p:nvSpPr>
        <p:spPr>
          <a:xfrm>
            <a:off x="4152900" y="4876800"/>
            <a:ext cx="14497050" cy="5753100"/>
          </a:xfrm>
          <a:custGeom>
            <a:avLst/>
            <a:gdLst/>
            <a:ahLst/>
            <a:cxnLst/>
            <a:rect l="l" t="t" r="r" b="b"/>
            <a:pathLst>
              <a:path w="14497050" h="5753100">
                <a:moveTo>
                  <a:pt x="0" y="0"/>
                </a:moveTo>
                <a:lnTo>
                  <a:pt x="14497050" y="0"/>
                </a:lnTo>
                <a:lnTo>
                  <a:pt x="14497050" y="5753100"/>
                </a:lnTo>
                <a:lnTo>
                  <a:pt x="0" y="57531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6" name="Freeform 6"/>
          <p:cNvSpPr/>
          <p:nvPr/>
        </p:nvSpPr>
        <p:spPr>
          <a:xfrm>
            <a:off x="11124850" y="-906850"/>
            <a:ext cx="10020650" cy="4011998"/>
          </a:xfrm>
          <a:custGeom>
            <a:avLst/>
            <a:gdLst/>
            <a:ahLst/>
            <a:cxnLst/>
            <a:rect l="l" t="t" r="r" b="b"/>
            <a:pathLst>
              <a:path w="10020650" h="4011998">
                <a:moveTo>
                  <a:pt x="0" y="0"/>
                </a:moveTo>
                <a:lnTo>
                  <a:pt x="10020650" y="0"/>
                </a:lnTo>
                <a:lnTo>
                  <a:pt x="10020650" y="4011998"/>
                </a:lnTo>
                <a:lnTo>
                  <a:pt x="0" y="4011998"/>
                </a:lnTo>
                <a:lnTo>
                  <a:pt x="0" y="0"/>
                </a:lnTo>
                <a:close/>
              </a:path>
            </a:pathLst>
          </a:custGeom>
          <a:blipFill>
            <a:blip r:embed="rId8"/>
            <a:stretch>
              <a:fillRect l="-5699" r="-2" b="-14169"/>
            </a:stretch>
          </a:blipFill>
        </p:spPr>
        <p:txBody>
          <a:bodyPr/>
          <a:lstStyle/>
          <a:p>
            <a:endParaRPr lang="en-US"/>
          </a:p>
        </p:txBody>
      </p:sp>
      <p:grpSp>
        <p:nvGrpSpPr>
          <p:cNvPr id="7" name="Group 7"/>
          <p:cNvGrpSpPr/>
          <p:nvPr/>
        </p:nvGrpSpPr>
        <p:grpSpPr>
          <a:xfrm>
            <a:off x="238626" y="599328"/>
            <a:ext cx="6274039" cy="1105580"/>
            <a:chOff x="0" y="0"/>
            <a:chExt cx="7430590" cy="1309381"/>
          </a:xfrm>
        </p:grpSpPr>
        <p:sp>
          <p:nvSpPr>
            <p:cNvPr id="8" name="Freeform 8"/>
            <p:cNvSpPr/>
            <p:nvPr/>
          </p:nvSpPr>
          <p:spPr>
            <a:xfrm>
              <a:off x="0" y="0"/>
              <a:ext cx="7430554" cy="1309429"/>
            </a:xfrm>
            <a:custGeom>
              <a:avLst/>
              <a:gdLst/>
              <a:ahLst/>
              <a:cxnLst/>
              <a:rect l="l" t="t" r="r" b="b"/>
              <a:pathLst>
                <a:path w="7430554" h="1309429">
                  <a:moveTo>
                    <a:pt x="0" y="0"/>
                  </a:moveTo>
                  <a:lnTo>
                    <a:pt x="7430554" y="0"/>
                  </a:lnTo>
                  <a:lnTo>
                    <a:pt x="7430554" y="1309429"/>
                  </a:lnTo>
                  <a:lnTo>
                    <a:pt x="0" y="1309429"/>
                  </a:lnTo>
                  <a:close/>
                </a:path>
              </a:pathLst>
            </a:custGeom>
            <a:solidFill>
              <a:srgbClr val="FFFFFF">
                <a:alpha val="11765"/>
              </a:srgbClr>
            </a:solidFill>
          </p:spPr>
          <p:txBody>
            <a:bodyPr/>
            <a:lstStyle/>
            <a:p>
              <a:endParaRPr lang="en-US"/>
            </a:p>
          </p:txBody>
        </p:sp>
        <p:sp>
          <p:nvSpPr>
            <p:cNvPr id="9" name="TextBox 9"/>
            <p:cNvSpPr txBox="1"/>
            <p:nvPr/>
          </p:nvSpPr>
          <p:spPr>
            <a:xfrm>
              <a:off x="0" y="0"/>
              <a:ext cx="7430590" cy="1309381"/>
            </a:xfrm>
            <a:prstGeom prst="rect">
              <a:avLst/>
            </a:prstGeom>
          </p:spPr>
          <p:txBody>
            <a:bodyPr lIns="57191" tIns="57191" rIns="57191" bIns="57191" rtlCol="0" anchor="ctr"/>
            <a:lstStyle/>
            <a:p>
              <a:pPr algn="ctr">
                <a:lnSpc>
                  <a:spcPts val="5403"/>
                </a:lnSpc>
              </a:pPr>
              <a:r>
                <a:rPr lang="en-US" sz="4503">
                  <a:solidFill>
                    <a:srgbClr val="13394F"/>
                  </a:solidFill>
                  <a:latin typeface="Lexend Deca"/>
                  <a:ea typeface="Lexend Deca"/>
                  <a:cs typeface="Lexend Deca"/>
                  <a:sym typeface="Lexend Deca"/>
                </a:rPr>
                <a:t>4.4 UserFights Table</a:t>
              </a:r>
            </a:p>
          </p:txBody>
        </p:sp>
      </p:grpSp>
      <p:sp>
        <p:nvSpPr>
          <p:cNvPr id="10" name="Freeform 10"/>
          <p:cNvSpPr/>
          <p:nvPr/>
        </p:nvSpPr>
        <p:spPr>
          <a:xfrm>
            <a:off x="12192259" y="922785"/>
            <a:ext cx="3784614" cy="4199667"/>
          </a:xfrm>
          <a:custGeom>
            <a:avLst/>
            <a:gdLst/>
            <a:ahLst/>
            <a:cxnLst/>
            <a:rect l="l" t="t" r="r" b="b"/>
            <a:pathLst>
              <a:path w="3784614" h="4199667">
                <a:moveTo>
                  <a:pt x="0" y="0"/>
                </a:moveTo>
                <a:lnTo>
                  <a:pt x="3784614" y="0"/>
                </a:lnTo>
                <a:lnTo>
                  <a:pt x="3784614" y="4199666"/>
                </a:lnTo>
                <a:lnTo>
                  <a:pt x="0" y="4199666"/>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US"/>
          </a:p>
        </p:txBody>
      </p:sp>
      <p:sp>
        <p:nvSpPr>
          <p:cNvPr id="11" name="Freeform 11"/>
          <p:cNvSpPr/>
          <p:nvPr/>
        </p:nvSpPr>
        <p:spPr>
          <a:xfrm>
            <a:off x="14611350" y="-533400"/>
            <a:ext cx="2663000" cy="7653100"/>
          </a:xfrm>
          <a:custGeom>
            <a:avLst/>
            <a:gdLst/>
            <a:ahLst/>
            <a:cxnLst/>
            <a:rect l="l" t="t" r="r" b="b"/>
            <a:pathLst>
              <a:path w="2663000" h="7653100">
                <a:moveTo>
                  <a:pt x="0" y="0"/>
                </a:moveTo>
                <a:lnTo>
                  <a:pt x="2663000" y="0"/>
                </a:lnTo>
                <a:lnTo>
                  <a:pt x="2663000" y="7653100"/>
                </a:lnTo>
                <a:lnTo>
                  <a:pt x="0" y="7653100"/>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txBody>
          <a:bodyPr/>
          <a:lstStyle/>
          <a:p>
            <a:endParaRPr lang="en-US"/>
          </a:p>
        </p:txBody>
      </p:sp>
      <p:sp>
        <p:nvSpPr>
          <p:cNvPr id="12" name="TextBox 12"/>
          <p:cNvSpPr txBox="1"/>
          <p:nvPr/>
        </p:nvSpPr>
        <p:spPr>
          <a:xfrm>
            <a:off x="238626" y="2320370"/>
            <a:ext cx="10609785" cy="4654087"/>
          </a:xfrm>
          <a:prstGeom prst="rect">
            <a:avLst/>
          </a:prstGeom>
        </p:spPr>
        <p:txBody>
          <a:bodyPr lIns="0" tIns="0" rIns="0" bIns="0" rtlCol="0" anchor="t">
            <a:spAutoFit/>
          </a:bodyPr>
          <a:lstStyle/>
          <a:p>
            <a:pPr algn="l">
              <a:lnSpc>
                <a:spcPts val="3688"/>
              </a:lnSpc>
            </a:pPr>
            <a:r>
              <a:rPr lang="en-US" sz="3074" u="sng">
                <a:solidFill>
                  <a:srgbClr val="13394F"/>
                </a:solidFill>
                <a:latin typeface="Lexend Deca"/>
                <a:ea typeface="Lexend Deca"/>
                <a:cs typeface="Lexend Deca"/>
                <a:sym typeface="Lexend Deca"/>
              </a:rPr>
              <a:t>Stores flight booking details.</a:t>
            </a:r>
          </a:p>
          <a:p>
            <a:pPr algn="l">
              <a:lnSpc>
                <a:spcPts val="3688"/>
              </a:lnSpc>
            </a:pPr>
            <a:endParaRPr lang="en-US" sz="3074" u="sng">
              <a:solidFill>
                <a:srgbClr val="13394F"/>
              </a:solidFill>
              <a:latin typeface="Lexend Deca"/>
              <a:ea typeface="Lexend Deca"/>
              <a:cs typeface="Lexend Deca"/>
              <a:sym typeface="Lexend Deca"/>
            </a:endParaRPr>
          </a:p>
          <a:p>
            <a:pPr marL="663703" lvl="1" indent="-331852" algn="l">
              <a:lnSpc>
                <a:spcPts val="3688"/>
              </a:lnSpc>
              <a:buFont typeface="Arial"/>
              <a:buChar char="•"/>
            </a:pPr>
            <a:r>
              <a:rPr lang="en-US" sz="3074">
                <a:solidFill>
                  <a:srgbClr val="13394F"/>
                </a:solidFill>
                <a:latin typeface="Lexend Deca"/>
                <a:ea typeface="Lexend Deca"/>
                <a:cs typeface="Lexend Deca"/>
                <a:sym typeface="Lexend Deca"/>
              </a:rPr>
              <a:t>id (INT): Unique booking identifier (Primary Key).</a:t>
            </a:r>
          </a:p>
          <a:p>
            <a:pPr marL="663703" lvl="1" indent="-331852" algn="l">
              <a:lnSpc>
                <a:spcPts val="3688"/>
              </a:lnSpc>
              <a:buFont typeface="Arial"/>
              <a:buChar char="•"/>
            </a:pPr>
            <a:r>
              <a:rPr lang="en-US" sz="3074">
                <a:solidFill>
                  <a:srgbClr val="13394F"/>
                </a:solidFill>
                <a:latin typeface="Lexend Deca"/>
                <a:ea typeface="Lexend Deca"/>
                <a:cs typeface="Lexend Deca"/>
                <a:sym typeface="Lexend Deca"/>
              </a:rPr>
              <a:t>user_id (INT): User reference (Foreign Key).</a:t>
            </a:r>
          </a:p>
          <a:p>
            <a:pPr marL="663703" lvl="1" indent="-331852" algn="l">
              <a:lnSpc>
                <a:spcPts val="3688"/>
              </a:lnSpc>
              <a:buFont typeface="Arial"/>
              <a:buChar char="•"/>
            </a:pPr>
            <a:r>
              <a:rPr lang="en-US" sz="3074">
                <a:solidFill>
                  <a:srgbClr val="13394F"/>
                </a:solidFill>
                <a:latin typeface="Lexend Deca"/>
                <a:ea typeface="Lexend Deca"/>
                <a:cs typeface="Lexend Deca"/>
                <a:sym typeface="Lexend Deca"/>
              </a:rPr>
              <a:t>flight_id (INT): Flight reference (Foreign Key).</a:t>
            </a:r>
          </a:p>
          <a:p>
            <a:pPr marL="663703" lvl="1" indent="-331852" algn="l">
              <a:lnSpc>
                <a:spcPts val="3688"/>
              </a:lnSpc>
              <a:buFont typeface="Arial"/>
              <a:buChar char="•"/>
            </a:pPr>
            <a:r>
              <a:rPr lang="en-US" sz="3074">
                <a:solidFill>
                  <a:srgbClr val="13394F"/>
                </a:solidFill>
                <a:latin typeface="Lexend Deca"/>
                <a:ea typeface="Lexend Deca"/>
                <a:cs typeface="Lexend Deca"/>
                <a:sym typeface="Lexend Deca"/>
              </a:rPr>
              <a:t>business_seat (INT): Booked business seats.</a:t>
            </a:r>
          </a:p>
          <a:p>
            <a:pPr marL="663703" lvl="1" indent="-331852" algn="l">
              <a:lnSpc>
                <a:spcPts val="3688"/>
              </a:lnSpc>
              <a:buFont typeface="Arial"/>
              <a:buChar char="•"/>
            </a:pPr>
            <a:r>
              <a:rPr lang="en-US" sz="3074">
                <a:solidFill>
                  <a:srgbClr val="13394F"/>
                </a:solidFill>
                <a:latin typeface="Lexend Deca"/>
                <a:ea typeface="Lexend Deca"/>
                <a:cs typeface="Lexend Deca"/>
                <a:sym typeface="Lexend Deca"/>
              </a:rPr>
              <a:t>economy_seat (INT): Booked economy seats.</a:t>
            </a:r>
          </a:p>
          <a:p>
            <a:pPr marL="663703" lvl="1" indent="-331852" algn="l">
              <a:lnSpc>
                <a:spcPts val="3688"/>
              </a:lnSpc>
              <a:buFont typeface="Arial"/>
              <a:buChar char="•"/>
            </a:pPr>
            <a:r>
              <a:rPr lang="en-US" sz="3074">
                <a:solidFill>
                  <a:srgbClr val="13394F"/>
                </a:solidFill>
                <a:latin typeface="Lexend Deca"/>
                <a:ea typeface="Lexend Deca"/>
                <a:cs typeface="Lexend Deca"/>
                <a:sym typeface="Lexend Deca"/>
              </a:rPr>
              <a:t>bag_number (INT): Number of booked bags.</a:t>
            </a:r>
          </a:p>
          <a:p>
            <a:pPr marL="663703" lvl="1" indent="-331852" algn="l">
              <a:lnSpc>
                <a:spcPts val="3688"/>
              </a:lnSpc>
              <a:buFont typeface="Arial"/>
              <a:buChar char="•"/>
            </a:pPr>
            <a:r>
              <a:rPr lang="en-US" sz="3074">
                <a:solidFill>
                  <a:srgbClr val="13394F"/>
                </a:solidFill>
                <a:latin typeface="Lexend Deca"/>
                <a:ea typeface="Lexend Deca"/>
                <a:cs typeface="Lexend Deca"/>
                <a:sym typeface="Lexend Deca"/>
              </a:rPr>
              <a:t>price (INT): Total booking price.</a:t>
            </a:r>
          </a:p>
          <a:p>
            <a:pPr algn="l">
              <a:lnSpc>
                <a:spcPts val="3688"/>
              </a:lnSpc>
            </a:pPr>
            <a:endParaRPr lang="en-US" sz="3074">
              <a:solidFill>
                <a:srgbClr val="13394F"/>
              </a:solidFill>
              <a:latin typeface="Lexend Deca"/>
              <a:ea typeface="Lexend Deca"/>
              <a:cs typeface="Lexend Deca"/>
              <a:sym typeface="Lexend Deca"/>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C8EAFF"/>
        </a:solidFill>
        <a:effectLst/>
      </p:bgPr>
    </p:bg>
    <p:spTree>
      <p:nvGrpSpPr>
        <p:cNvPr id="1" name=""/>
        <p:cNvGrpSpPr/>
        <p:nvPr/>
      </p:nvGrpSpPr>
      <p:grpSpPr>
        <a:xfrm>
          <a:off x="0" y="0"/>
          <a:ext cx="0" cy="0"/>
          <a:chOff x="0" y="0"/>
          <a:chExt cx="0" cy="0"/>
        </a:xfrm>
      </p:grpSpPr>
      <p:sp>
        <p:nvSpPr>
          <p:cNvPr id="2" name="Freeform 2"/>
          <p:cNvSpPr/>
          <p:nvPr/>
        </p:nvSpPr>
        <p:spPr>
          <a:xfrm>
            <a:off x="0" y="0"/>
            <a:ext cx="18288006" cy="10287002"/>
          </a:xfrm>
          <a:custGeom>
            <a:avLst/>
            <a:gdLst/>
            <a:ahLst/>
            <a:cxnLst/>
            <a:rect l="l" t="t" r="r" b="b"/>
            <a:pathLst>
              <a:path w="18288006" h="10287002">
                <a:moveTo>
                  <a:pt x="0" y="0"/>
                </a:moveTo>
                <a:lnTo>
                  <a:pt x="18288006" y="0"/>
                </a:lnTo>
                <a:lnTo>
                  <a:pt x="18288006" y="10287002"/>
                </a:lnTo>
                <a:lnTo>
                  <a:pt x="0" y="10287002"/>
                </a:lnTo>
                <a:lnTo>
                  <a:pt x="0" y="0"/>
                </a:lnTo>
                <a:close/>
              </a:path>
            </a:pathLst>
          </a:custGeom>
          <a:blipFill>
            <a:blip r:embed="rId3">
              <a:alphaModFix amt="57999"/>
            </a:blip>
            <a:stretch>
              <a:fillRect/>
            </a:stretch>
          </a:blipFill>
        </p:spPr>
        <p:txBody>
          <a:bodyPr/>
          <a:lstStyle/>
          <a:p>
            <a:endParaRPr lang="en-US"/>
          </a:p>
        </p:txBody>
      </p:sp>
      <p:sp>
        <p:nvSpPr>
          <p:cNvPr id="3" name="Freeform 3"/>
          <p:cNvSpPr/>
          <p:nvPr/>
        </p:nvSpPr>
        <p:spPr>
          <a:xfrm>
            <a:off x="12668252" y="-1883382"/>
            <a:ext cx="10591798" cy="4572496"/>
          </a:xfrm>
          <a:custGeom>
            <a:avLst/>
            <a:gdLst/>
            <a:ahLst/>
            <a:cxnLst/>
            <a:rect l="l" t="t" r="r" b="b"/>
            <a:pathLst>
              <a:path w="10591798" h="4572496">
                <a:moveTo>
                  <a:pt x="0" y="0"/>
                </a:moveTo>
                <a:lnTo>
                  <a:pt x="10591798" y="0"/>
                </a:lnTo>
                <a:lnTo>
                  <a:pt x="10591798" y="4572496"/>
                </a:lnTo>
                <a:lnTo>
                  <a:pt x="0" y="4572496"/>
                </a:lnTo>
                <a:lnTo>
                  <a:pt x="0" y="0"/>
                </a:lnTo>
                <a:close/>
              </a:path>
            </a:pathLst>
          </a:custGeom>
          <a:blipFill>
            <a:blip r:embed="rId4"/>
            <a:stretch>
              <a:fillRect/>
            </a:stretch>
          </a:blipFill>
        </p:spPr>
        <p:txBody>
          <a:bodyPr/>
          <a:lstStyle/>
          <a:p>
            <a:endParaRPr lang="en-US"/>
          </a:p>
        </p:txBody>
      </p:sp>
      <p:sp>
        <p:nvSpPr>
          <p:cNvPr id="4" name="Freeform 4"/>
          <p:cNvSpPr/>
          <p:nvPr/>
        </p:nvSpPr>
        <p:spPr>
          <a:xfrm>
            <a:off x="11565652" y="7300104"/>
            <a:ext cx="10591798" cy="4503776"/>
          </a:xfrm>
          <a:custGeom>
            <a:avLst/>
            <a:gdLst/>
            <a:ahLst/>
            <a:cxnLst/>
            <a:rect l="l" t="t" r="r" b="b"/>
            <a:pathLst>
              <a:path w="10591798" h="4503776">
                <a:moveTo>
                  <a:pt x="0" y="0"/>
                </a:moveTo>
                <a:lnTo>
                  <a:pt x="10591798" y="0"/>
                </a:lnTo>
                <a:lnTo>
                  <a:pt x="10591798" y="4503776"/>
                </a:lnTo>
                <a:lnTo>
                  <a:pt x="0" y="4503776"/>
                </a:lnTo>
                <a:lnTo>
                  <a:pt x="0" y="0"/>
                </a:lnTo>
                <a:close/>
              </a:path>
            </a:pathLst>
          </a:custGeom>
          <a:blipFill>
            <a:blip r:embed="rId5"/>
            <a:stretch>
              <a:fillRect/>
            </a:stretch>
          </a:blipFill>
        </p:spPr>
        <p:txBody>
          <a:bodyPr/>
          <a:lstStyle/>
          <a:p>
            <a:endParaRPr lang="en-US"/>
          </a:p>
        </p:txBody>
      </p:sp>
      <p:sp>
        <p:nvSpPr>
          <p:cNvPr id="5" name="Freeform 5"/>
          <p:cNvSpPr/>
          <p:nvPr/>
        </p:nvSpPr>
        <p:spPr>
          <a:xfrm flipH="1">
            <a:off x="-4686298" y="-1883380"/>
            <a:ext cx="10591796" cy="4814492"/>
          </a:xfrm>
          <a:custGeom>
            <a:avLst/>
            <a:gdLst/>
            <a:ahLst/>
            <a:cxnLst/>
            <a:rect l="l" t="t" r="r" b="b"/>
            <a:pathLst>
              <a:path w="10591796" h="4814492">
                <a:moveTo>
                  <a:pt x="10591796" y="0"/>
                </a:moveTo>
                <a:lnTo>
                  <a:pt x="0" y="0"/>
                </a:lnTo>
                <a:lnTo>
                  <a:pt x="0" y="4814492"/>
                </a:lnTo>
                <a:lnTo>
                  <a:pt x="10591796" y="4814492"/>
                </a:lnTo>
                <a:lnTo>
                  <a:pt x="10591796" y="0"/>
                </a:lnTo>
                <a:close/>
              </a:path>
            </a:pathLst>
          </a:custGeom>
          <a:blipFill>
            <a:blip r:embed="rId6"/>
            <a:stretch>
              <a:fillRect/>
            </a:stretch>
          </a:blipFill>
        </p:spPr>
        <p:txBody>
          <a:bodyPr/>
          <a:lstStyle/>
          <a:p>
            <a:endParaRPr lang="en-US"/>
          </a:p>
        </p:txBody>
      </p:sp>
      <p:sp>
        <p:nvSpPr>
          <p:cNvPr id="6" name="Freeform 6"/>
          <p:cNvSpPr/>
          <p:nvPr/>
        </p:nvSpPr>
        <p:spPr>
          <a:xfrm>
            <a:off x="15042189" y="8257445"/>
            <a:ext cx="4154838" cy="4109514"/>
          </a:xfrm>
          <a:custGeom>
            <a:avLst/>
            <a:gdLst/>
            <a:ahLst/>
            <a:cxnLst/>
            <a:rect l="l" t="t" r="r" b="b"/>
            <a:pathLst>
              <a:path w="4154838" h="4109514">
                <a:moveTo>
                  <a:pt x="0" y="0"/>
                </a:moveTo>
                <a:lnTo>
                  <a:pt x="4154838" y="0"/>
                </a:lnTo>
                <a:lnTo>
                  <a:pt x="4154838" y="4109514"/>
                </a:lnTo>
                <a:lnTo>
                  <a:pt x="0" y="4109514"/>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US"/>
          </a:p>
        </p:txBody>
      </p:sp>
      <p:sp>
        <p:nvSpPr>
          <p:cNvPr id="7" name="Freeform 7"/>
          <p:cNvSpPr/>
          <p:nvPr/>
        </p:nvSpPr>
        <p:spPr>
          <a:xfrm>
            <a:off x="8077200" y="-666750"/>
            <a:ext cx="10706100" cy="5886450"/>
          </a:xfrm>
          <a:custGeom>
            <a:avLst/>
            <a:gdLst/>
            <a:ahLst/>
            <a:cxnLst/>
            <a:rect l="l" t="t" r="r" b="b"/>
            <a:pathLst>
              <a:path w="10706100" h="5886450">
                <a:moveTo>
                  <a:pt x="0" y="0"/>
                </a:moveTo>
                <a:lnTo>
                  <a:pt x="10706100" y="0"/>
                </a:lnTo>
                <a:lnTo>
                  <a:pt x="10706100" y="5886450"/>
                </a:lnTo>
                <a:lnTo>
                  <a:pt x="0" y="5886450"/>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US"/>
          </a:p>
        </p:txBody>
      </p:sp>
      <p:sp>
        <p:nvSpPr>
          <p:cNvPr id="8" name="Freeform 8"/>
          <p:cNvSpPr/>
          <p:nvPr/>
        </p:nvSpPr>
        <p:spPr>
          <a:xfrm>
            <a:off x="-590550" y="7429500"/>
            <a:ext cx="15773400" cy="3714750"/>
          </a:xfrm>
          <a:custGeom>
            <a:avLst/>
            <a:gdLst/>
            <a:ahLst/>
            <a:cxnLst/>
            <a:rect l="l" t="t" r="r" b="b"/>
            <a:pathLst>
              <a:path w="15773400" h="3714750">
                <a:moveTo>
                  <a:pt x="0" y="0"/>
                </a:moveTo>
                <a:lnTo>
                  <a:pt x="15773400" y="0"/>
                </a:lnTo>
                <a:lnTo>
                  <a:pt x="15773400" y="3714750"/>
                </a:lnTo>
                <a:lnTo>
                  <a:pt x="0" y="3714750"/>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txBody>
          <a:bodyPr/>
          <a:lstStyle/>
          <a:p>
            <a:endParaRPr lang="en-US"/>
          </a:p>
        </p:txBody>
      </p:sp>
      <p:sp>
        <p:nvSpPr>
          <p:cNvPr id="9" name="Freeform 9"/>
          <p:cNvSpPr/>
          <p:nvPr/>
        </p:nvSpPr>
        <p:spPr>
          <a:xfrm>
            <a:off x="609600" y="735008"/>
            <a:ext cx="16829618" cy="8523292"/>
          </a:xfrm>
          <a:custGeom>
            <a:avLst/>
            <a:gdLst/>
            <a:ahLst/>
            <a:cxnLst/>
            <a:rect l="l" t="t" r="r" b="b"/>
            <a:pathLst>
              <a:path w="16829618" h="8523292">
                <a:moveTo>
                  <a:pt x="0" y="0"/>
                </a:moveTo>
                <a:lnTo>
                  <a:pt x="16829618" y="0"/>
                </a:lnTo>
                <a:lnTo>
                  <a:pt x="16829618" y="8523292"/>
                </a:lnTo>
                <a:lnTo>
                  <a:pt x="0" y="8523292"/>
                </a:lnTo>
                <a:lnTo>
                  <a:pt x="0" y="0"/>
                </a:lnTo>
                <a:close/>
              </a:path>
            </a:pathLst>
          </a:custGeom>
          <a:blipFill>
            <a:blip r:embed="rId13"/>
            <a:stretch>
              <a:fillRect l="-271" t="-1143" r="-1162"/>
            </a:stretch>
          </a:blipFill>
        </p:spPr>
        <p:txBody>
          <a:bodyPr/>
          <a:lstStyle/>
          <a:p>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C8EAFF"/>
        </a:solidFill>
        <a:effectLst/>
      </p:bgPr>
    </p:bg>
    <p:spTree>
      <p:nvGrpSpPr>
        <p:cNvPr id="1" name=""/>
        <p:cNvGrpSpPr/>
        <p:nvPr/>
      </p:nvGrpSpPr>
      <p:grpSpPr>
        <a:xfrm>
          <a:off x="0" y="0"/>
          <a:ext cx="0" cy="0"/>
          <a:chOff x="0" y="0"/>
          <a:chExt cx="0" cy="0"/>
        </a:xfrm>
      </p:grpSpPr>
      <p:sp>
        <p:nvSpPr>
          <p:cNvPr id="2" name="Freeform 2"/>
          <p:cNvSpPr/>
          <p:nvPr/>
        </p:nvSpPr>
        <p:spPr>
          <a:xfrm>
            <a:off x="0" y="0"/>
            <a:ext cx="18288006" cy="10287002"/>
          </a:xfrm>
          <a:custGeom>
            <a:avLst/>
            <a:gdLst/>
            <a:ahLst/>
            <a:cxnLst/>
            <a:rect l="l" t="t" r="r" b="b"/>
            <a:pathLst>
              <a:path w="18288006" h="10287002">
                <a:moveTo>
                  <a:pt x="0" y="0"/>
                </a:moveTo>
                <a:lnTo>
                  <a:pt x="18288006" y="0"/>
                </a:lnTo>
                <a:lnTo>
                  <a:pt x="18288006" y="10287002"/>
                </a:lnTo>
                <a:lnTo>
                  <a:pt x="0" y="10287002"/>
                </a:lnTo>
                <a:lnTo>
                  <a:pt x="0" y="0"/>
                </a:lnTo>
                <a:close/>
              </a:path>
            </a:pathLst>
          </a:custGeom>
          <a:blipFill>
            <a:blip r:embed="rId3">
              <a:alphaModFix amt="57999"/>
            </a:blip>
            <a:stretch>
              <a:fillRect/>
            </a:stretch>
          </a:blipFill>
        </p:spPr>
        <p:txBody>
          <a:bodyPr/>
          <a:lstStyle/>
          <a:p>
            <a:endParaRPr lang="en-US"/>
          </a:p>
        </p:txBody>
      </p:sp>
      <p:sp>
        <p:nvSpPr>
          <p:cNvPr id="3" name="Freeform 3"/>
          <p:cNvSpPr/>
          <p:nvPr/>
        </p:nvSpPr>
        <p:spPr>
          <a:xfrm>
            <a:off x="11984752" y="4293506"/>
            <a:ext cx="10591798" cy="4746768"/>
          </a:xfrm>
          <a:custGeom>
            <a:avLst/>
            <a:gdLst/>
            <a:ahLst/>
            <a:cxnLst/>
            <a:rect l="l" t="t" r="r" b="b"/>
            <a:pathLst>
              <a:path w="10591798" h="4746768">
                <a:moveTo>
                  <a:pt x="0" y="0"/>
                </a:moveTo>
                <a:lnTo>
                  <a:pt x="10591798" y="0"/>
                </a:lnTo>
                <a:lnTo>
                  <a:pt x="10591798" y="4746768"/>
                </a:lnTo>
                <a:lnTo>
                  <a:pt x="0" y="4746768"/>
                </a:lnTo>
                <a:lnTo>
                  <a:pt x="0" y="0"/>
                </a:lnTo>
                <a:close/>
              </a:path>
            </a:pathLst>
          </a:custGeom>
          <a:blipFill>
            <a:blip r:embed="rId4"/>
            <a:stretch>
              <a:fillRect/>
            </a:stretch>
          </a:blipFill>
        </p:spPr>
        <p:txBody>
          <a:bodyPr/>
          <a:lstStyle/>
          <a:p>
            <a:endParaRPr lang="en-US"/>
          </a:p>
        </p:txBody>
      </p:sp>
      <p:sp>
        <p:nvSpPr>
          <p:cNvPr id="4" name="Freeform 4"/>
          <p:cNvSpPr/>
          <p:nvPr/>
        </p:nvSpPr>
        <p:spPr>
          <a:xfrm>
            <a:off x="10972800" y="8129450"/>
            <a:ext cx="9734552" cy="3640802"/>
          </a:xfrm>
          <a:custGeom>
            <a:avLst/>
            <a:gdLst/>
            <a:ahLst/>
            <a:cxnLst/>
            <a:rect l="l" t="t" r="r" b="b"/>
            <a:pathLst>
              <a:path w="9734552" h="3640802">
                <a:moveTo>
                  <a:pt x="0" y="0"/>
                </a:moveTo>
                <a:lnTo>
                  <a:pt x="9734552" y="0"/>
                </a:lnTo>
                <a:lnTo>
                  <a:pt x="9734552" y="3640802"/>
                </a:lnTo>
                <a:lnTo>
                  <a:pt x="0" y="3640802"/>
                </a:lnTo>
                <a:lnTo>
                  <a:pt x="0" y="0"/>
                </a:lnTo>
                <a:close/>
              </a:path>
            </a:pathLst>
          </a:custGeom>
          <a:blipFill>
            <a:blip r:embed="rId5"/>
            <a:stretch>
              <a:fillRect l="-8809" t="-16118" b="-16120"/>
            </a:stretch>
          </a:blipFill>
        </p:spPr>
        <p:txBody>
          <a:bodyPr/>
          <a:lstStyle/>
          <a:p>
            <a:endParaRPr lang="en-US"/>
          </a:p>
        </p:txBody>
      </p:sp>
      <p:sp>
        <p:nvSpPr>
          <p:cNvPr id="5" name="Freeform 5"/>
          <p:cNvSpPr/>
          <p:nvPr/>
        </p:nvSpPr>
        <p:spPr>
          <a:xfrm>
            <a:off x="4152900" y="4876800"/>
            <a:ext cx="14497050" cy="5753100"/>
          </a:xfrm>
          <a:custGeom>
            <a:avLst/>
            <a:gdLst/>
            <a:ahLst/>
            <a:cxnLst/>
            <a:rect l="l" t="t" r="r" b="b"/>
            <a:pathLst>
              <a:path w="14497050" h="5753100">
                <a:moveTo>
                  <a:pt x="0" y="0"/>
                </a:moveTo>
                <a:lnTo>
                  <a:pt x="14497050" y="0"/>
                </a:lnTo>
                <a:lnTo>
                  <a:pt x="14497050" y="5753100"/>
                </a:lnTo>
                <a:lnTo>
                  <a:pt x="0" y="57531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6" name="Freeform 6"/>
          <p:cNvSpPr/>
          <p:nvPr/>
        </p:nvSpPr>
        <p:spPr>
          <a:xfrm>
            <a:off x="11124850" y="-906850"/>
            <a:ext cx="10020650" cy="4011998"/>
          </a:xfrm>
          <a:custGeom>
            <a:avLst/>
            <a:gdLst/>
            <a:ahLst/>
            <a:cxnLst/>
            <a:rect l="l" t="t" r="r" b="b"/>
            <a:pathLst>
              <a:path w="10020650" h="4011998">
                <a:moveTo>
                  <a:pt x="0" y="0"/>
                </a:moveTo>
                <a:lnTo>
                  <a:pt x="10020650" y="0"/>
                </a:lnTo>
                <a:lnTo>
                  <a:pt x="10020650" y="4011998"/>
                </a:lnTo>
                <a:lnTo>
                  <a:pt x="0" y="4011998"/>
                </a:lnTo>
                <a:lnTo>
                  <a:pt x="0" y="0"/>
                </a:lnTo>
                <a:close/>
              </a:path>
            </a:pathLst>
          </a:custGeom>
          <a:blipFill>
            <a:blip r:embed="rId8"/>
            <a:stretch>
              <a:fillRect l="-5699" r="-2" b="-14169"/>
            </a:stretch>
          </a:blipFill>
        </p:spPr>
        <p:txBody>
          <a:bodyPr/>
          <a:lstStyle/>
          <a:p>
            <a:endParaRPr lang="en-US"/>
          </a:p>
        </p:txBody>
      </p:sp>
      <p:grpSp>
        <p:nvGrpSpPr>
          <p:cNvPr id="7" name="Group 7"/>
          <p:cNvGrpSpPr/>
          <p:nvPr/>
        </p:nvGrpSpPr>
        <p:grpSpPr>
          <a:xfrm>
            <a:off x="238626" y="599328"/>
            <a:ext cx="6767098" cy="1105580"/>
            <a:chOff x="0" y="0"/>
            <a:chExt cx="8014539" cy="1309381"/>
          </a:xfrm>
        </p:grpSpPr>
        <p:sp>
          <p:nvSpPr>
            <p:cNvPr id="8" name="Freeform 8"/>
            <p:cNvSpPr/>
            <p:nvPr/>
          </p:nvSpPr>
          <p:spPr>
            <a:xfrm>
              <a:off x="0" y="0"/>
              <a:ext cx="8014501" cy="1309429"/>
            </a:xfrm>
            <a:custGeom>
              <a:avLst/>
              <a:gdLst/>
              <a:ahLst/>
              <a:cxnLst/>
              <a:rect l="l" t="t" r="r" b="b"/>
              <a:pathLst>
                <a:path w="8014501" h="1309429">
                  <a:moveTo>
                    <a:pt x="0" y="0"/>
                  </a:moveTo>
                  <a:lnTo>
                    <a:pt x="8014501" y="0"/>
                  </a:lnTo>
                  <a:lnTo>
                    <a:pt x="8014501" y="1309429"/>
                  </a:lnTo>
                  <a:lnTo>
                    <a:pt x="0" y="1309429"/>
                  </a:lnTo>
                  <a:close/>
                </a:path>
              </a:pathLst>
            </a:custGeom>
            <a:solidFill>
              <a:srgbClr val="FFFFFF">
                <a:alpha val="11765"/>
              </a:srgbClr>
            </a:solidFill>
          </p:spPr>
          <p:txBody>
            <a:bodyPr/>
            <a:lstStyle/>
            <a:p>
              <a:endParaRPr lang="en-US"/>
            </a:p>
          </p:txBody>
        </p:sp>
        <p:sp>
          <p:nvSpPr>
            <p:cNvPr id="9" name="TextBox 9"/>
            <p:cNvSpPr txBox="1"/>
            <p:nvPr/>
          </p:nvSpPr>
          <p:spPr>
            <a:xfrm>
              <a:off x="0" y="0"/>
              <a:ext cx="8014539" cy="1309381"/>
            </a:xfrm>
            <a:prstGeom prst="rect">
              <a:avLst/>
            </a:prstGeom>
          </p:spPr>
          <p:txBody>
            <a:bodyPr lIns="57191" tIns="57191" rIns="57191" bIns="57191" rtlCol="0" anchor="ctr"/>
            <a:lstStyle/>
            <a:p>
              <a:pPr algn="ctr">
                <a:lnSpc>
                  <a:spcPts val="5403"/>
                </a:lnSpc>
              </a:pPr>
              <a:r>
                <a:rPr lang="en-US" sz="4503">
                  <a:solidFill>
                    <a:srgbClr val="13394F"/>
                  </a:solidFill>
                  <a:latin typeface="Lexend Deca"/>
                  <a:ea typeface="Lexend Deca"/>
                  <a:cs typeface="Lexend Deca"/>
                  <a:sym typeface="Lexend Deca"/>
                </a:rPr>
                <a:t>4.5 FightAirports Table</a:t>
              </a:r>
            </a:p>
          </p:txBody>
        </p:sp>
      </p:grpSp>
      <p:sp>
        <p:nvSpPr>
          <p:cNvPr id="10" name="Freeform 10"/>
          <p:cNvSpPr/>
          <p:nvPr/>
        </p:nvSpPr>
        <p:spPr>
          <a:xfrm>
            <a:off x="12192259" y="922785"/>
            <a:ext cx="3784614" cy="4199667"/>
          </a:xfrm>
          <a:custGeom>
            <a:avLst/>
            <a:gdLst/>
            <a:ahLst/>
            <a:cxnLst/>
            <a:rect l="l" t="t" r="r" b="b"/>
            <a:pathLst>
              <a:path w="3784614" h="4199667">
                <a:moveTo>
                  <a:pt x="0" y="0"/>
                </a:moveTo>
                <a:lnTo>
                  <a:pt x="3784614" y="0"/>
                </a:lnTo>
                <a:lnTo>
                  <a:pt x="3784614" y="4199666"/>
                </a:lnTo>
                <a:lnTo>
                  <a:pt x="0" y="4199666"/>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US"/>
          </a:p>
        </p:txBody>
      </p:sp>
      <p:sp>
        <p:nvSpPr>
          <p:cNvPr id="11" name="Freeform 11"/>
          <p:cNvSpPr/>
          <p:nvPr/>
        </p:nvSpPr>
        <p:spPr>
          <a:xfrm>
            <a:off x="14611350" y="-533400"/>
            <a:ext cx="2663000" cy="7653100"/>
          </a:xfrm>
          <a:custGeom>
            <a:avLst/>
            <a:gdLst/>
            <a:ahLst/>
            <a:cxnLst/>
            <a:rect l="l" t="t" r="r" b="b"/>
            <a:pathLst>
              <a:path w="2663000" h="7653100">
                <a:moveTo>
                  <a:pt x="0" y="0"/>
                </a:moveTo>
                <a:lnTo>
                  <a:pt x="2663000" y="0"/>
                </a:lnTo>
                <a:lnTo>
                  <a:pt x="2663000" y="7653100"/>
                </a:lnTo>
                <a:lnTo>
                  <a:pt x="0" y="7653100"/>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txBody>
          <a:bodyPr/>
          <a:lstStyle/>
          <a:p>
            <a:endParaRPr lang="en-US"/>
          </a:p>
        </p:txBody>
      </p:sp>
      <p:sp>
        <p:nvSpPr>
          <p:cNvPr id="12" name="TextBox 12"/>
          <p:cNvSpPr txBox="1"/>
          <p:nvPr/>
        </p:nvSpPr>
        <p:spPr>
          <a:xfrm>
            <a:off x="238626" y="2132458"/>
            <a:ext cx="11746126" cy="2321384"/>
          </a:xfrm>
          <a:prstGeom prst="rect">
            <a:avLst/>
          </a:prstGeom>
        </p:spPr>
        <p:txBody>
          <a:bodyPr lIns="0" tIns="0" rIns="0" bIns="0" rtlCol="0" anchor="t">
            <a:spAutoFit/>
          </a:bodyPr>
          <a:lstStyle/>
          <a:p>
            <a:pPr algn="l">
              <a:lnSpc>
                <a:spcPts val="3679"/>
              </a:lnSpc>
            </a:pPr>
            <a:r>
              <a:rPr lang="en-US" sz="3066" u="sng">
                <a:solidFill>
                  <a:srgbClr val="13394F"/>
                </a:solidFill>
                <a:latin typeface="Lexend Deca"/>
                <a:ea typeface="Lexend Deca"/>
                <a:cs typeface="Lexend Deca"/>
                <a:sym typeface="Lexend Deca"/>
              </a:rPr>
              <a:t>Links flights with airports.</a:t>
            </a:r>
          </a:p>
          <a:p>
            <a:pPr algn="l">
              <a:lnSpc>
                <a:spcPts val="3679"/>
              </a:lnSpc>
            </a:pPr>
            <a:endParaRPr lang="en-US" sz="3066" u="sng">
              <a:solidFill>
                <a:srgbClr val="13394F"/>
              </a:solidFill>
              <a:latin typeface="Lexend Deca"/>
              <a:ea typeface="Lexend Deca"/>
              <a:cs typeface="Lexend Deca"/>
              <a:sym typeface="Lexend Deca"/>
            </a:endParaRPr>
          </a:p>
          <a:p>
            <a:pPr marL="662089" lvl="1" indent="-331044" algn="l">
              <a:lnSpc>
                <a:spcPts val="3679"/>
              </a:lnSpc>
              <a:buFont typeface="Arial"/>
              <a:buChar char="•"/>
            </a:pPr>
            <a:r>
              <a:rPr lang="en-US" sz="3066">
                <a:solidFill>
                  <a:srgbClr val="13394F"/>
                </a:solidFill>
                <a:latin typeface="Lexend Deca"/>
                <a:ea typeface="Lexend Deca"/>
                <a:cs typeface="Lexend Deca"/>
                <a:sym typeface="Lexend Deca"/>
              </a:rPr>
              <a:t>flight_id (INT): Flight reference (Foreign Key).</a:t>
            </a:r>
          </a:p>
          <a:p>
            <a:pPr marL="662089" lvl="1" indent="-331044" algn="l">
              <a:lnSpc>
                <a:spcPts val="3679"/>
              </a:lnSpc>
              <a:buFont typeface="Arial"/>
              <a:buChar char="•"/>
            </a:pPr>
            <a:r>
              <a:rPr lang="en-US" sz="3066">
                <a:solidFill>
                  <a:srgbClr val="13394F"/>
                </a:solidFill>
                <a:latin typeface="Lexend Deca"/>
                <a:ea typeface="Lexend Deca"/>
                <a:cs typeface="Lexend Deca"/>
                <a:sym typeface="Lexend Deca"/>
              </a:rPr>
              <a:t>airport_id (INT): Airport reference (Foreign Key).</a:t>
            </a:r>
          </a:p>
          <a:p>
            <a:pPr algn="l">
              <a:lnSpc>
                <a:spcPts val="3679"/>
              </a:lnSpc>
            </a:pPr>
            <a:endParaRPr lang="en-US" sz="3066">
              <a:solidFill>
                <a:srgbClr val="13394F"/>
              </a:solidFill>
              <a:latin typeface="Lexend Deca"/>
              <a:ea typeface="Lexend Deca"/>
              <a:cs typeface="Lexend Deca"/>
              <a:sym typeface="Lexend Deca"/>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C8EAFF"/>
        </a:solidFill>
        <a:effectLst/>
      </p:bgPr>
    </p:bg>
    <p:spTree>
      <p:nvGrpSpPr>
        <p:cNvPr id="1" name=""/>
        <p:cNvGrpSpPr/>
        <p:nvPr/>
      </p:nvGrpSpPr>
      <p:grpSpPr>
        <a:xfrm>
          <a:off x="0" y="0"/>
          <a:ext cx="0" cy="0"/>
          <a:chOff x="0" y="0"/>
          <a:chExt cx="0" cy="0"/>
        </a:xfrm>
      </p:grpSpPr>
      <p:sp>
        <p:nvSpPr>
          <p:cNvPr id="2" name="Freeform 2"/>
          <p:cNvSpPr/>
          <p:nvPr/>
        </p:nvSpPr>
        <p:spPr>
          <a:xfrm>
            <a:off x="0" y="0"/>
            <a:ext cx="18288006" cy="10287002"/>
          </a:xfrm>
          <a:custGeom>
            <a:avLst/>
            <a:gdLst/>
            <a:ahLst/>
            <a:cxnLst/>
            <a:rect l="l" t="t" r="r" b="b"/>
            <a:pathLst>
              <a:path w="18288006" h="10287002">
                <a:moveTo>
                  <a:pt x="0" y="0"/>
                </a:moveTo>
                <a:lnTo>
                  <a:pt x="18288006" y="0"/>
                </a:lnTo>
                <a:lnTo>
                  <a:pt x="18288006" y="10287002"/>
                </a:lnTo>
                <a:lnTo>
                  <a:pt x="0" y="10287002"/>
                </a:lnTo>
                <a:lnTo>
                  <a:pt x="0" y="0"/>
                </a:lnTo>
                <a:close/>
              </a:path>
            </a:pathLst>
          </a:custGeom>
          <a:blipFill>
            <a:blip r:embed="rId3">
              <a:alphaModFix amt="57999"/>
            </a:blip>
            <a:stretch>
              <a:fillRect/>
            </a:stretch>
          </a:blipFill>
        </p:spPr>
        <p:txBody>
          <a:bodyPr/>
          <a:lstStyle/>
          <a:p>
            <a:endParaRPr lang="en-US"/>
          </a:p>
        </p:txBody>
      </p:sp>
      <p:sp>
        <p:nvSpPr>
          <p:cNvPr id="3" name="Freeform 3"/>
          <p:cNvSpPr/>
          <p:nvPr/>
        </p:nvSpPr>
        <p:spPr>
          <a:xfrm>
            <a:off x="12668252" y="-1883382"/>
            <a:ext cx="10591798" cy="4572496"/>
          </a:xfrm>
          <a:custGeom>
            <a:avLst/>
            <a:gdLst/>
            <a:ahLst/>
            <a:cxnLst/>
            <a:rect l="l" t="t" r="r" b="b"/>
            <a:pathLst>
              <a:path w="10591798" h="4572496">
                <a:moveTo>
                  <a:pt x="0" y="0"/>
                </a:moveTo>
                <a:lnTo>
                  <a:pt x="10591798" y="0"/>
                </a:lnTo>
                <a:lnTo>
                  <a:pt x="10591798" y="4572496"/>
                </a:lnTo>
                <a:lnTo>
                  <a:pt x="0" y="4572496"/>
                </a:lnTo>
                <a:lnTo>
                  <a:pt x="0" y="0"/>
                </a:lnTo>
                <a:close/>
              </a:path>
            </a:pathLst>
          </a:custGeom>
          <a:blipFill>
            <a:blip r:embed="rId4"/>
            <a:stretch>
              <a:fillRect/>
            </a:stretch>
          </a:blipFill>
        </p:spPr>
        <p:txBody>
          <a:bodyPr/>
          <a:lstStyle/>
          <a:p>
            <a:endParaRPr lang="en-US"/>
          </a:p>
        </p:txBody>
      </p:sp>
      <p:sp>
        <p:nvSpPr>
          <p:cNvPr id="4" name="Freeform 4"/>
          <p:cNvSpPr/>
          <p:nvPr/>
        </p:nvSpPr>
        <p:spPr>
          <a:xfrm>
            <a:off x="11565652" y="7300104"/>
            <a:ext cx="10591798" cy="4503776"/>
          </a:xfrm>
          <a:custGeom>
            <a:avLst/>
            <a:gdLst/>
            <a:ahLst/>
            <a:cxnLst/>
            <a:rect l="l" t="t" r="r" b="b"/>
            <a:pathLst>
              <a:path w="10591798" h="4503776">
                <a:moveTo>
                  <a:pt x="0" y="0"/>
                </a:moveTo>
                <a:lnTo>
                  <a:pt x="10591798" y="0"/>
                </a:lnTo>
                <a:lnTo>
                  <a:pt x="10591798" y="4503776"/>
                </a:lnTo>
                <a:lnTo>
                  <a:pt x="0" y="4503776"/>
                </a:lnTo>
                <a:lnTo>
                  <a:pt x="0" y="0"/>
                </a:lnTo>
                <a:close/>
              </a:path>
            </a:pathLst>
          </a:custGeom>
          <a:blipFill>
            <a:blip r:embed="rId5"/>
            <a:stretch>
              <a:fillRect/>
            </a:stretch>
          </a:blipFill>
        </p:spPr>
        <p:txBody>
          <a:bodyPr/>
          <a:lstStyle/>
          <a:p>
            <a:endParaRPr lang="en-US"/>
          </a:p>
        </p:txBody>
      </p:sp>
      <p:sp>
        <p:nvSpPr>
          <p:cNvPr id="5" name="Freeform 5"/>
          <p:cNvSpPr/>
          <p:nvPr/>
        </p:nvSpPr>
        <p:spPr>
          <a:xfrm flipH="1">
            <a:off x="-4686298" y="-1883380"/>
            <a:ext cx="10591796" cy="4814492"/>
          </a:xfrm>
          <a:custGeom>
            <a:avLst/>
            <a:gdLst/>
            <a:ahLst/>
            <a:cxnLst/>
            <a:rect l="l" t="t" r="r" b="b"/>
            <a:pathLst>
              <a:path w="10591796" h="4814492">
                <a:moveTo>
                  <a:pt x="10591796" y="0"/>
                </a:moveTo>
                <a:lnTo>
                  <a:pt x="0" y="0"/>
                </a:lnTo>
                <a:lnTo>
                  <a:pt x="0" y="4814492"/>
                </a:lnTo>
                <a:lnTo>
                  <a:pt x="10591796" y="4814492"/>
                </a:lnTo>
                <a:lnTo>
                  <a:pt x="10591796" y="0"/>
                </a:lnTo>
                <a:close/>
              </a:path>
            </a:pathLst>
          </a:custGeom>
          <a:blipFill>
            <a:blip r:embed="rId6"/>
            <a:stretch>
              <a:fillRect/>
            </a:stretch>
          </a:blipFill>
        </p:spPr>
        <p:txBody>
          <a:bodyPr/>
          <a:lstStyle/>
          <a:p>
            <a:endParaRPr lang="en-US"/>
          </a:p>
        </p:txBody>
      </p:sp>
      <p:sp>
        <p:nvSpPr>
          <p:cNvPr id="6" name="Freeform 6"/>
          <p:cNvSpPr/>
          <p:nvPr/>
        </p:nvSpPr>
        <p:spPr>
          <a:xfrm>
            <a:off x="15042189" y="8257445"/>
            <a:ext cx="4154838" cy="4109514"/>
          </a:xfrm>
          <a:custGeom>
            <a:avLst/>
            <a:gdLst/>
            <a:ahLst/>
            <a:cxnLst/>
            <a:rect l="l" t="t" r="r" b="b"/>
            <a:pathLst>
              <a:path w="4154838" h="4109514">
                <a:moveTo>
                  <a:pt x="0" y="0"/>
                </a:moveTo>
                <a:lnTo>
                  <a:pt x="4154838" y="0"/>
                </a:lnTo>
                <a:lnTo>
                  <a:pt x="4154838" y="4109514"/>
                </a:lnTo>
                <a:lnTo>
                  <a:pt x="0" y="4109514"/>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US"/>
          </a:p>
        </p:txBody>
      </p:sp>
      <p:sp>
        <p:nvSpPr>
          <p:cNvPr id="7" name="Freeform 7"/>
          <p:cNvSpPr/>
          <p:nvPr/>
        </p:nvSpPr>
        <p:spPr>
          <a:xfrm>
            <a:off x="8077200" y="-666750"/>
            <a:ext cx="10706100" cy="5886450"/>
          </a:xfrm>
          <a:custGeom>
            <a:avLst/>
            <a:gdLst/>
            <a:ahLst/>
            <a:cxnLst/>
            <a:rect l="l" t="t" r="r" b="b"/>
            <a:pathLst>
              <a:path w="10706100" h="5886450">
                <a:moveTo>
                  <a:pt x="0" y="0"/>
                </a:moveTo>
                <a:lnTo>
                  <a:pt x="10706100" y="0"/>
                </a:lnTo>
                <a:lnTo>
                  <a:pt x="10706100" y="5886450"/>
                </a:lnTo>
                <a:lnTo>
                  <a:pt x="0" y="5886450"/>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US"/>
          </a:p>
        </p:txBody>
      </p:sp>
      <p:sp>
        <p:nvSpPr>
          <p:cNvPr id="8" name="Freeform 8"/>
          <p:cNvSpPr/>
          <p:nvPr/>
        </p:nvSpPr>
        <p:spPr>
          <a:xfrm>
            <a:off x="-590550" y="7429500"/>
            <a:ext cx="15773400" cy="3714750"/>
          </a:xfrm>
          <a:custGeom>
            <a:avLst/>
            <a:gdLst/>
            <a:ahLst/>
            <a:cxnLst/>
            <a:rect l="l" t="t" r="r" b="b"/>
            <a:pathLst>
              <a:path w="15773400" h="3714750">
                <a:moveTo>
                  <a:pt x="0" y="0"/>
                </a:moveTo>
                <a:lnTo>
                  <a:pt x="15773400" y="0"/>
                </a:lnTo>
                <a:lnTo>
                  <a:pt x="15773400" y="3714750"/>
                </a:lnTo>
                <a:lnTo>
                  <a:pt x="0" y="3714750"/>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txBody>
          <a:bodyPr/>
          <a:lstStyle/>
          <a:p>
            <a:endParaRPr lang="en-US"/>
          </a:p>
        </p:txBody>
      </p:sp>
      <p:sp>
        <p:nvSpPr>
          <p:cNvPr id="9" name="Freeform 9"/>
          <p:cNvSpPr/>
          <p:nvPr/>
        </p:nvSpPr>
        <p:spPr>
          <a:xfrm>
            <a:off x="609600" y="826994"/>
            <a:ext cx="16510008" cy="8258175"/>
          </a:xfrm>
          <a:custGeom>
            <a:avLst/>
            <a:gdLst/>
            <a:ahLst/>
            <a:cxnLst/>
            <a:rect l="l" t="t" r="r" b="b"/>
            <a:pathLst>
              <a:path w="16510008" h="8258175">
                <a:moveTo>
                  <a:pt x="0" y="0"/>
                </a:moveTo>
                <a:lnTo>
                  <a:pt x="16510008" y="0"/>
                </a:lnTo>
                <a:lnTo>
                  <a:pt x="16510008" y="8258175"/>
                </a:lnTo>
                <a:lnTo>
                  <a:pt x="0" y="8258175"/>
                </a:lnTo>
                <a:lnTo>
                  <a:pt x="0" y="0"/>
                </a:lnTo>
                <a:close/>
              </a:path>
            </a:pathLst>
          </a:custGeom>
          <a:blipFill>
            <a:blip r:embed="rId13"/>
            <a:stretch>
              <a:fillRect t="-730" b="-730"/>
            </a:stretch>
          </a:blipFill>
        </p:spPr>
        <p:txBody>
          <a:bodyPr/>
          <a:lstStyle/>
          <a:p>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C8EAFF"/>
        </a:solidFill>
        <a:effectLst/>
      </p:bgPr>
    </p:bg>
    <p:spTree>
      <p:nvGrpSpPr>
        <p:cNvPr id="1" name=""/>
        <p:cNvGrpSpPr/>
        <p:nvPr/>
      </p:nvGrpSpPr>
      <p:grpSpPr>
        <a:xfrm>
          <a:off x="0" y="0"/>
          <a:ext cx="0" cy="0"/>
          <a:chOff x="0" y="0"/>
          <a:chExt cx="0" cy="0"/>
        </a:xfrm>
      </p:grpSpPr>
      <p:sp>
        <p:nvSpPr>
          <p:cNvPr id="2" name="Freeform 2"/>
          <p:cNvSpPr/>
          <p:nvPr/>
        </p:nvSpPr>
        <p:spPr>
          <a:xfrm>
            <a:off x="0" y="0"/>
            <a:ext cx="18288006" cy="10287002"/>
          </a:xfrm>
          <a:custGeom>
            <a:avLst/>
            <a:gdLst/>
            <a:ahLst/>
            <a:cxnLst/>
            <a:rect l="l" t="t" r="r" b="b"/>
            <a:pathLst>
              <a:path w="18288006" h="10287002">
                <a:moveTo>
                  <a:pt x="0" y="0"/>
                </a:moveTo>
                <a:lnTo>
                  <a:pt x="18288006" y="0"/>
                </a:lnTo>
                <a:lnTo>
                  <a:pt x="18288006" y="10287002"/>
                </a:lnTo>
                <a:lnTo>
                  <a:pt x="0" y="10287002"/>
                </a:lnTo>
                <a:lnTo>
                  <a:pt x="0" y="0"/>
                </a:lnTo>
                <a:close/>
              </a:path>
            </a:pathLst>
          </a:custGeom>
          <a:blipFill>
            <a:blip r:embed="rId3">
              <a:alphaModFix amt="57999"/>
            </a:blip>
            <a:stretch>
              <a:fillRect/>
            </a:stretch>
          </a:blipFill>
        </p:spPr>
        <p:txBody>
          <a:bodyPr/>
          <a:lstStyle/>
          <a:p>
            <a:endParaRPr lang="en-US"/>
          </a:p>
        </p:txBody>
      </p:sp>
      <p:sp>
        <p:nvSpPr>
          <p:cNvPr id="3" name="Freeform 3"/>
          <p:cNvSpPr/>
          <p:nvPr/>
        </p:nvSpPr>
        <p:spPr>
          <a:xfrm>
            <a:off x="11984752" y="4293506"/>
            <a:ext cx="10591798" cy="4746768"/>
          </a:xfrm>
          <a:custGeom>
            <a:avLst/>
            <a:gdLst/>
            <a:ahLst/>
            <a:cxnLst/>
            <a:rect l="l" t="t" r="r" b="b"/>
            <a:pathLst>
              <a:path w="10591798" h="4746768">
                <a:moveTo>
                  <a:pt x="0" y="0"/>
                </a:moveTo>
                <a:lnTo>
                  <a:pt x="10591798" y="0"/>
                </a:lnTo>
                <a:lnTo>
                  <a:pt x="10591798" y="4746768"/>
                </a:lnTo>
                <a:lnTo>
                  <a:pt x="0" y="4746768"/>
                </a:lnTo>
                <a:lnTo>
                  <a:pt x="0" y="0"/>
                </a:lnTo>
                <a:close/>
              </a:path>
            </a:pathLst>
          </a:custGeom>
          <a:blipFill>
            <a:blip r:embed="rId4"/>
            <a:stretch>
              <a:fillRect/>
            </a:stretch>
          </a:blipFill>
        </p:spPr>
        <p:txBody>
          <a:bodyPr/>
          <a:lstStyle/>
          <a:p>
            <a:endParaRPr lang="en-US"/>
          </a:p>
        </p:txBody>
      </p:sp>
      <p:sp>
        <p:nvSpPr>
          <p:cNvPr id="4" name="Freeform 4"/>
          <p:cNvSpPr/>
          <p:nvPr/>
        </p:nvSpPr>
        <p:spPr>
          <a:xfrm>
            <a:off x="10972800" y="8129450"/>
            <a:ext cx="9734552" cy="3640802"/>
          </a:xfrm>
          <a:custGeom>
            <a:avLst/>
            <a:gdLst/>
            <a:ahLst/>
            <a:cxnLst/>
            <a:rect l="l" t="t" r="r" b="b"/>
            <a:pathLst>
              <a:path w="9734552" h="3640802">
                <a:moveTo>
                  <a:pt x="0" y="0"/>
                </a:moveTo>
                <a:lnTo>
                  <a:pt x="9734552" y="0"/>
                </a:lnTo>
                <a:lnTo>
                  <a:pt x="9734552" y="3640802"/>
                </a:lnTo>
                <a:lnTo>
                  <a:pt x="0" y="3640802"/>
                </a:lnTo>
                <a:lnTo>
                  <a:pt x="0" y="0"/>
                </a:lnTo>
                <a:close/>
              </a:path>
            </a:pathLst>
          </a:custGeom>
          <a:blipFill>
            <a:blip r:embed="rId5"/>
            <a:stretch>
              <a:fillRect l="-8809" t="-16118" b="-16120"/>
            </a:stretch>
          </a:blipFill>
        </p:spPr>
        <p:txBody>
          <a:bodyPr/>
          <a:lstStyle/>
          <a:p>
            <a:endParaRPr lang="en-US"/>
          </a:p>
        </p:txBody>
      </p:sp>
      <p:sp>
        <p:nvSpPr>
          <p:cNvPr id="5" name="Freeform 5"/>
          <p:cNvSpPr/>
          <p:nvPr/>
        </p:nvSpPr>
        <p:spPr>
          <a:xfrm>
            <a:off x="11574307" y="0"/>
            <a:ext cx="14497050" cy="5753100"/>
          </a:xfrm>
          <a:custGeom>
            <a:avLst/>
            <a:gdLst/>
            <a:ahLst/>
            <a:cxnLst/>
            <a:rect l="l" t="t" r="r" b="b"/>
            <a:pathLst>
              <a:path w="14497050" h="5753100">
                <a:moveTo>
                  <a:pt x="0" y="0"/>
                </a:moveTo>
                <a:lnTo>
                  <a:pt x="14497050" y="0"/>
                </a:lnTo>
                <a:lnTo>
                  <a:pt x="14497050" y="5753100"/>
                </a:lnTo>
                <a:lnTo>
                  <a:pt x="0" y="57531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6" name="Freeform 6"/>
          <p:cNvSpPr/>
          <p:nvPr/>
        </p:nvSpPr>
        <p:spPr>
          <a:xfrm>
            <a:off x="11124850" y="-906850"/>
            <a:ext cx="10020650" cy="4011998"/>
          </a:xfrm>
          <a:custGeom>
            <a:avLst/>
            <a:gdLst/>
            <a:ahLst/>
            <a:cxnLst/>
            <a:rect l="l" t="t" r="r" b="b"/>
            <a:pathLst>
              <a:path w="10020650" h="4011998">
                <a:moveTo>
                  <a:pt x="0" y="0"/>
                </a:moveTo>
                <a:lnTo>
                  <a:pt x="10020650" y="0"/>
                </a:lnTo>
                <a:lnTo>
                  <a:pt x="10020650" y="4011998"/>
                </a:lnTo>
                <a:lnTo>
                  <a:pt x="0" y="4011998"/>
                </a:lnTo>
                <a:lnTo>
                  <a:pt x="0" y="0"/>
                </a:lnTo>
                <a:close/>
              </a:path>
            </a:pathLst>
          </a:custGeom>
          <a:blipFill>
            <a:blip r:embed="rId8"/>
            <a:stretch>
              <a:fillRect l="-5699" r="-2" b="-14169"/>
            </a:stretch>
          </a:blipFill>
        </p:spPr>
        <p:txBody>
          <a:bodyPr/>
          <a:lstStyle/>
          <a:p>
            <a:endParaRPr lang="en-US"/>
          </a:p>
        </p:txBody>
      </p:sp>
      <p:grpSp>
        <p:nvGrpSpPr>
          <p:cNvPr id="7" name="Group 7"/>
          <p:cNvGrpSpPr/>
          <p:nvPr/>
        </p:nvGrpSpPr>
        <p:grpSpPr>
          <a:xfrm>
            <a:off x="238626" y="369995"/>
            <a:ext cx="3181215" cy="1105580"/>
            <a:chOff x="0" y="0"/>
            <a:chExt cx="3767638" cy="1309381"/>
          </a:xfrm>
        </p:grpSpPr>
        <p:sp>
          <p:nvSpPr>
            <p:cNvPr id="8" name="Freeform 8"/>
            <p:cNvSpPr/>
            <p:nvPr/>
          </p:nvSpPr>
          <p:spPr>
            <a:xfrm>
              <a:off x="0" y="0"/>
              <a:ext cx="3767620" cy="1309429"/>
            </a:xfrm>
            <a:custGeom>
              <a:avLst/>
              <a:gdLst/>
              <a:ahLst/>
              <a:cxnLst/>
              <a:rect l="l" t="t" r="r" b="b"/>
              <a:pathLst>
                <a:path w="3767620" h="1309429">
                  <a:moveTo>
                    <a:pt x="0" y="0"/>
                  </a:moveTo>
                  <a:lnTo>
                    <a:pt x="3767620" y="0"/>
                  </a:lnTo>
                  <a:lnTo>
                    <a:pt x="3767620" y="1309429"/>
                  </a:lnTo>
                  <a:lnTo>
                    <a:pt x="0" y="1309429"/>
                  </a:lnTo>
                  <a:close/>
                </a:path>
              </a:pathLst>
            </a:custGeom>
            <a:solidFill>
              <a:srgbClr val="FFFFFF">
                <a:alpha val="11765"/>
              </a:srgbClr>
            </a:solidFill>
          </p:spPr>
          <p:txBody>
            <a:bodyPr/>
            <a:lstStyle/>
            <a:p>
              <a:endParaRPr lang="en-US"/>
            </a:p>
          </p:txBody>
        </p:sp>
        <p:sp>
          <p:nvSpPr>
            <p:cNvPr id="9" name="TextBox 9"/>
            <p:cNvSpPr txBox="1"/>
            <p:nvPr/>
          </p:nvSpPr>
          <p:spPr>
            <a:xfrm>
              <a:off x="0" y="0"/>
              <a:ext cx="3767638" cy="1309381"/>
            </a:xfrm>
            <a:prstGeom prst="rect">
              <a:avLst/>
            </a:prstGeom>
          </p:spPr>
          <p:txBody>
            <a:bodyPr lIns="57191" tIns="57191" rIns="57191" bIns="57191" rtlCol="0" anchor="ctr"/>
            <a:lstStyle/>
            <a:p>
              <a:pPr algn="ctr">
                <a:lnSpc>
                  <a:spcPts val="5403"/>
                </a:lnSpc>
              </a:pPr>
              <a:r>
                <a:rPr lang="en-US" sz="4503">
                  <a:solidFill>
                    <a:srgbClr val="13394F"/>
                  </a:solidFill>
                  <a:latin typeface="Lexend Deca"/>
                  <a:ea typeface="Lexend Deca"/>
                  <a:cs typeface="Lexend Deca"/>
                  <a:sym typeface="Lexend Deca"/>
                </a:rPr>
                <a:t>4.6 ERD</a:t>
              </a:r>
            </a:p>
          </p:txBody>
        </p:sp>
      </p:grpSp>
      <p:sp>
        <p:nvSpPr>
          <p:cNvPr id="10" name="Freeform 10"/>
          <p:cNvSpPr/>
          <p:nvPr/>
        </p:nvSpPr>
        <p:spPr>
          <a:xfrm>
            <a:off x="15481924" y="2633900"/>
            <a:ext cx="2663000" cy="7653100"/>
          </a:xfrm>
          <a:custGeom>
            <a:avLst/>
            <a:gdLst/>
            <a:ahLst/>
            <a:cxnLst/>
            <a:rect l="l" t="t" r="r" b="b"/>
            <a:pathLst>
              <a:path w="2663000" h="7653100">
                <a:moveTo>
                  <a:pt x="0" y="0"/>
                </a:moveTo>
                <a:lnTo>
                  <a:pt x="2663000" y="0"/>
                </a:lnTo>
                <a:lnTo>
                  <a:pt x="2663000" y="7653100"/>
                </a:lnTo>
                <a:lnTo>
                  <a:pt x="0" y="7653100"/>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US"/>
          </a:p>
        </p:txBody>
      </p:sp>
      <p:sp>
        <p:nvSpPr>
          <p:cNvPr id="11" name="Freeform 11"/>
          <p:cNvSpPr/>
          <p:nvPr/>
        </p:nvSpPr>
        <p:spPr>
          <a:xfrm>
            <a:off x="381346" y="3105148"/>
            <a:ext cx="16230600" cy="5389005"/>
          </a:xfrm>
          <a:custGeom>
            <a:avLst/>
            <a:gdLst/>
            <a:ahLst/>
            <a:cxnLst/>
            <a:rect l="l" t="t" r="r" b="b"/>
            <a:pathLst>
              <a:path w="16230600" h="5389005">
                <a:moveTo>
                  <a:pt x="0" y="0"/>
                </a:moveTo>
                <a:lnTo>
                  <a:pt x="16230600" y="0"/>
                </a:lnTo>
                <a:lnTo>
                  <a:pt x="16230600" y="5389005"/>
                </a:lnTo>
                <a:lnTo>
                  <a:pt x="0" y="5389005"/>
                </a:lnTo>
                <a:lnTo>
                  <a:pt x="0" y="0"/>
                </a:lnTo>
                <a:close/>
              </a:path>
            </a:pathLst>
          </a:custGeom>
          <a:blipFill>
            <a:blip r:embed="rId11"/>
            <a:stretch>
              <a:fillRect l="-125" t="-2032" b="-497"/>
            </a:stretch>
          </a:blipFill>
        </p:spPr>
        <p:txBody>
          <a:bodyPr/>
          <a:lstStyle/>
          <a:p>
            <a:endParaRPr lang="en-US"/>
          </a:p>
        </p:txBody>
      </p:sp>
      <p:sp>
        <p:nvSpPr>
          <p:cNvPr id="12" name="Freeform 12"/>
          <p:cNvSpPr/>
          <p:nvPr/>
        </p:nvSpPr>
        <p:spPr>
          <a:xfrm>
            <a:off x="14242868" y="-413519"/>
            <a:ext cx="3784614" cy="4199667"/>
          </a:xfrm>
          <a:custGeom>
            <a:avLst/>
            <a:gdLst/>
            <a:ahLst/>
            <a:cxnLst/>
            <a:rect l="l" t="t" r="r" b="b"/>
            <a:pathLst>
              <a:path w="3784614" h="4199667">
                <a:moveTo>
                  <a:pt x="0" y="0"/>
                </a:moveTo>
                <a:lnTo>
                  <a:pt x="3784614" y="0"/>
                </a:lnTo>
                <a:lnTo>
                  <a:pt x="3784614" y="4199667"/>
                </a:lnTo>
                <a:lnTo>
                  <a:pt x="0" y="4199667"/>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C8EAFF"/>
        </a:solidFill>
        <a:effectLst/>
      </p:bgPr>
    </p:bg>
    <p:spTree>
      <p:nvGrpSpPr>
        <p:cNvPr id="1" name=""/>
        <p:cNvGrpSpPr/>
        <p:nvPr/>
      </p:nvGrpSpPr>
      <p:grpSpPr>
        <a:xfrm>
          <a:off x="0" y="0"/>
          <a:ext cx="0" cy="0"/>
          <a:chOff x="0" y="0"/>
          <a:chExt cx="0" cy="0"/>
        </a:xfrm>
      </p:grpSpPr>
      <p:sp>
        <p:nvSpPr>
          <p:cNvPr id="2" name="Freeform 2"/>
          <p:cNvSpPr/>
          <p:nvPr/>
        </p:nvSpPr>
        <p:spPr>
          <a:xfrm>
            <a:off x="0" y="0"/>
            <a:ext cx="18288006" cy="10287002"/>
          </a:xfrm>
          <a:custGeom>
            <a:avLst/>
            <a:gdLst/>
            <a:ahLst/>
            <a:cxnLst/>
            <a:rect l="l" t="t" r="r" b="b"/>
            <a:pathLst>
              <a:path w="18288006" h="10287002">
                <a:moveTo>
                  <a:pt x="0" y="0"/>
                </a:moveTo>
                <a:lnTo>
                  <a:pt x="18288006" y="0"/>
                </a:lnTo>
                <a:lnTo>
                  <a:pt x="18288006" y="10287002"/>
                </a:lnTo>
                <a:lnTo>
                  <a:pt x="0" y="10287002"/>
                </a:lnTo>
                <a:lnTo>
                  <a:pt x="0" y="0"/>
                </a:lnTo>
                <a:close/>
              </a:path>
            </a:pathLst>
          </a:custGeom>
          <a:blipFill>
            <a:blip r:embed="rId3">
              <a:alphaModFix amt="57999"/>
            </a:blip>
            <a:stretch>
              <a:fillRect/>
            </a:stretch>
          </a:blipFill>
        </p:spPr>
        <p:txBody>
          <a:bodyPr/>
          <a:lstStyle/>
          <a:p>
            <a:endParaRPr lang="en-US"/>
          </a:p>
        </p:txBody>
      </p:sp>
      <p:sp>
        <p:nvSpPr>
          <p:cNvPr id="3" name="Freeform 3"/>
          <p:cNvSpPr/>
          <p:nvPr/>
        </p:nvSpPr>
        <p:spPr>
          <a:xfrm>
            <a:off x="-3752848" y="1672294"/>
            <a:ext cx="10591802" cy="4732396"/>
          </a:xfrm>
          <a:custGeom>
            <a:avLst/>
            <a:gdLst/>
            <a:ahLst/>
            <a:cxnLst/>
            <a:rect l="l" t="t" r="r" b="b"/>
            <a:pathLst>
              <a:path w="10591802" h="4732396">
                <a:moveTo>
                  <a:pt x="0" y="0"/>
                </a:moveTo>
                <a:lnTo>
                  <a:pt x="10591802" y="0"/>
                </a:lnTo>
                <a:lnTo>
                  <a:pt x="10591802" y="4732396"/>
                </a:lnTo>
                <a:lnTo>
                  <a:pt x="0" y="4732396"/>
                </a:lnTo>
                <a:lnTo>
                  <a:pt x="0" y="0"/>
                </a:lnTo>
                <a:close/>
              </a:path>
            </a:pathLst>
          </a:custGeom>
          <a:blipFill>
            <a:blip r:embed="rId4"/>
            <a:stretch>
              <a:fillRect/>
            </a:stretch>
          </a:blipFill>
        </p:spPr>
        <p:txBody>
          <a:bodyPr/>
          <a:lstStyle/>
          <a:p>
            <a:endParaRPr lang="en-US"/>
          </a:p>
        </p:txBody>
      </p:sp>
      <p:sp>
        <p:nvSpPr>
          <p:cNvPr id="4" name="Freeform 4"/>
          <p:cNvSpPr/>
          <p:nvPr/>
        </p:nvSpPr>
        <p:spPr>
          <a:xfrm>
            <a:off x="11451352" y="-650896"/>
            <a:ext cx="10591798" cy="4503776"/>
          </a:xfrm>
          <a:custGeom>
            <a:avLst/>
            <a:gdLst/>
            <a:ahLst/>
            <a:cxnLst/>
            <a:rect l="l" t="t" r="r" b="b"/>
            <a:pathLst>
              <a:path w="10591798" h="4503776">
                <a:moveTo>
                  <a:pt x="0" y="0"/>
                </a:moveTo>
                <a:lnTo>
                  <a:pt x="10591798" y="0"/>
                </a:lnTo>
                <a:lnTo>
                  <a:pt x="10591798" y="4503776"/>
                </a:lnTo>
                <a:lnTo>
                  <a:pt x="0" y="4503776"/>
                </a:lnTo>
                <a:lnTo>
                  <a:pt x="0" y="0"/>
                </a:lnTo>
                <a:close/>
              </a:path>
            </a:pathLst>
          </a:custGeom>
          <a:blipFill>
            <a:blip r:embed="rId5"/>
            <a:stretch>
              <a:fillRect/>
            </a:stretch>
          </a:blipFill>
        </p:spPr>
        <p:txBody>
          <a:bodyPr/>
          <a:lstStyle/>
          <a:p>
            <a:endParaRPr lang="en-US"/>
          </a:p>
        </p:txBody>
      </p:sp>
      <p:sp>
        <p:nvSpPr>
          <p:cNvPr id="5" name="Freeform 5"/>
          <p:cNvSpPr/>
          <p:nvPr/>
        </p:nvSpPr>
        <p:spPr>
          <a:xfrm>
            <a:off x="2990852" y="-650880"/>
            <a:ext cx="10591796" cy="4814492"/>
          </a:xfrm>
          <a:custGeom>
            <a:avLst/>
            <a:gdLst/>
            <a:ahLst/>
            <a:cxnLst/>
            <a:rect l="l" t="t" r="r" b="b"/>
            <a:pathLst>
              <a:path w="10591796" h="4814492">
                <a:moveTo>
                  <a:pt x="0" y="0"/>
                </a:moveTo>
                <a:lnTo>
                  <a:pt x="10591796" y="0"/>
                </a:lnTo>
                <a:lnTo>
                  <a:pt x="10591796" y="4814492"/>
                </a:lnTo>
                <a:lnTo>
                  <a:pt x="0" y="4814492"/>
                </a:lnTo>
                <a:lnTo>
                  <a:pt x="0" y="0"/>
                </a:lnTo>
                <a:close/>
              </a:path>
            </a:pathLst>
          </a:custGeom>
          <a:blipFill>
            <a:blip r:embed="rId6"/>
            <a:stretch>
              <a:fillRect/>
            </a:stretch>
          </a:blipFill>
        </p:spPr>
        <p:txBody>
          <a:bodyPr/>
          <a:lstStyle/>
          <a:p>
            <a:endParaRPr lang="en-US"/>
          </a:p>
        </p:txBody>
      </p:sp>
      <p:sp>
        <p:nvSpPr>
          <p:cNvPr id="6" name="Freeform 6"/>
          <p:cNvSpPr/>
          <p:nvPr/>
        </p:nvSpPr>
        <p:spPr>
          <a:xfrm>
            <a:off x="-3162298" y="6404712"/>
            <a:ext cx="10591798" cy="5081356"/>
          </a:xfrm>
          <a:custGeom>
            <a:avLst/>
            <a:gdLst/>
            <a:ahLst/>
            <a:cxnLst/>
            <a:rect l="l" t="t" r="r" b="b"/>
            <a:pathLst>
              <a:path w="10591798" h="5081356">
                <a:moveTo>
                  <a:pt x="0" y="0"/>
                </a:moveTo>
                <a:lnTo>
                  <a:pt x="10591798" y="0"/>
                </a:lnTo>
                <a:lnTo>
                  <a:pt x="10591798" y="5081356"/>
                </a:lnTo>
                <a:lnTo>
                  <a:pt x="0" y="5081356"/>
                </a:lnTo>
                <a:lnTo>
                  <a:pt x="0" y="0"/>
                </a:lnTo>
                <a:close/>
              </a:path>
            </a:pathLst>
          </a:custGeom>
          <a:blipFill>
            <a:blip r:embed="rId7"/>
            <a:stretch>
              <a:fillRect/>
            </a:stretch>
          </a:blipFill>
        </p:spPr>
        <p:txBody>
          <a:bodyPr/>
          <a:lstStyle/>
          <a:p>
            <a:endParaRPr lang="en-US"/>
          </a:p>
        </p:txBody>
      </p:sp>
      <p:sp>
        <p:nvSpPr>
          <p:cNvPr id="7" name="TextBox 7"/>
          <p:cNvSpPr txBox="1"/>
          <p:nvPr/>
        </p:nvSpPr>
        <p:spPr>
          <a:xfrm>
            <a:off x="3693204" y="6439700"/>
            <a:ext cx="13076871" cy="1847850"/>
          </a:xfrm>
          <a:prstGeom prst="rect">
            <a:avLst/>
          </a:prstGeom>
        </p:spPr>
        <p:txBody>
          <a:bodyPr lIns="0" tIns="0" rIns="0" bIns="0" rtlCol="0" anchor="t">
            <a:spAutoFit/>
          </a:bodyPr>
          <a:lstStyle/>
          <a:p>
            <a:pPr algn="r">
              <a:lnSpc>
                <a:spcPts val="14400"/>
              </a:lnSpc>
            </a:pPr>
            <a:r>
              <a:rPr lang="en-US" sz="12000">
                <a:solidFill>
                  <a:srgbClr val="13394F"/>
                </a:solidFill>
                <a:latin typeface="Bebas Neue"/>
                <a:ea typeface="Bebas Neue"/>
                <a:cs typeface="Bebas Neue"/>
                <a:sym typeface="Bebas Neue"/>
              </a:rPr>
              <a:t>Future features</a:t>
            </a:r>
          </a:p>
        </p:txBody>
      </p:sp>
      <p:sp>
        <p:nvSpPr>
          <p:cNvPr id="8" name="TextBox 8"/>
          <p:cNvSpPr txBox="1"/>
          <p:nvPr/>
        </p:nvSpPr>
        <p:spPr>
          <a:xfrm>
            <a:off x="15160700" y="4661250"/>
            <a:ext cx="1618950" cy="1847850"/>
          </a:xfrm>
          <a:prstGeom prst="rect">
            <a:avLst/>
          </a:prstGeom>
        </p:spPr>
        <p:txBody>
          <a:bodyPr lIns="0" tIns="0" rIns="0" bIns="0" rtlCol="0" anchor="t">
            <a:spAutoFit/>
          </a:bodyPr>
          <a:lstStyle/>
          <a:p>
            <a:pPr algn="ctr">
              <a:lnSpc>
                <a:spcPts val="14400"/>
              </a:lnSpc>
            </a:pPr>
            <a:r>
              <a:rPr lang="en-US" sz="12000">
                <a:solidFill>
                  <a:srgbClr val="13394F"/>
                </a:solidFill>
                <a:latin typeface="Bebas Neue"/>
                <a:ea typeface="Bebas Neue"/>
                <a:cs typeface="Bebas Neue"/>
                <a:sym typeface="Bebas Neue"/>
              </a:rPr>
              <a:t>05</a:t>
            </a:r>
          </a:p>
        </p:txBody>
      </p:sp>
      <p:sp>
        <p:nvSpPr>
          <p:cNvPr id="9" name="Freeform 9"/>
          <p:cNvSpPr/>
          <p:nvPr/>
        </p:nvSpPr>
        <p:spPr>
          <a:xfrm>
            <a:off x="8303506" y="2822886"/>
            <a:ext cx="3527203" cy="3345634"/>
          </a:xfrm>
          <a:custGeom>
            <a:avLst/>
            <a:gdLst/>
            <a:ahLst/>
            <a:cxnLst/>
            <a:rect l="l" t="t" r="r" b="b"/>
            <a:pathLst>
              <a:path w="3527203" h="3345634">
                <a:moveTo>
                  <a:pt x="0" y="0"/>
                </a:moveTo>
                <a:lnTo>
                  <a:pt x="3527203" y="0"/>
                </a:lnTo>
                <a:lnTo>
                  <a:pt x="3527203" y="3345634"/>
                </a:lnTo>
                <a:lnTo>
                  <a:pt x="0" y="3345634"/>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US"/>
          </a:p>
        </p:txBody>
      </p:sp>
      <p:sp>
        <p:nvSpPr>
          <p:cNvPr id="10" name="Freeform 10"/>
          <p:cNvSpPr/>
          <p:nvPr/>
        </p:nvSpPr>
        <p:spPr>
          <a:xfrm>
            <a:off x="1279988" y="-781025"/>
            <a:ext cx="4674275" cy="5126472"/>
          </a:xfrm>
          <a:custGeom>
            <a:avLst/>
            <a:gdLst/>
            <a:ahLst/>
            <a:cxnLst/>
            <a:rect l="l" t="t" r="r" b="b"/>
            <a:pathLst>
              <a:path w="4674275" h="5126472">
                <a:moveTo>
                  <a:pt x="0" y="0"/>
                </a:moveTo>
                <a:lnTo>
                  <a:pt x="4674275" y="0"/>
                </a:lnTo>
                <a:lnTo>
                  <a:pt x="4674275" y="5126472"/>
                </a:lnTo>
                <a:lnTo>
                  <a:pt x="0" y="5126472"/>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US"/>
          </a:p>
        </p:txBody>
      </p:sp>
      <p:sp>
        <p:nvSpPr>
          <p:cNvPr id="11" name="Freeform 11"/>
          <p:cNvSpPr/>
          <p:nvPr/>
        </p:nvSpPr>
        <p:spPr>
          <a:xfrm>
            <a:off x="5372100" y="1136252"/>
            <a:ext cx="15087600" cy="1742950"/>
          </a:xfrm>
          <a:custGeom>
            <a:avLst/>
            <a:gdLst/>
            <a:ahLst/>
            <a:cxnLst/>
            <a:rect l="l" t="t" r="r" b="b"/>
            <a:pathLst>
              <a:path w="15087600" h="1742950">
                <a:moveTo>
                  <a:pt x="0" y="0"/>
                </a:moveTo>
                <a:lnTo>
                  <a:pt x="15087600" y="0"/>
                </a:lnTo>
                <a:lnTo>
                  <a:pt x="15087600" y="1742950"/>
                </a:lnTo>
                <a:lnTo>
                  <a:pt x="0" y="1742950"/>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endParaRPr lang="en-US"/>
          </a:p>
        </p:txBody>
      </p:sp>
      <p:sp>
        <p:nvSpPr>
          <p:cNvPr id="12" name="Freeform 12"/>
          <p:cNvSpPr/>
          <p:nvPr/>
        </p:nvSpPr>
        <p:spPr>
          <a:xfrm>
            <a:off x="1837504" y="4652888"/>
            <a:ext cx="6296850" cy="7158100"/>
          </a:xfrm>
          <a:custGeom>
            <a:avLst/>
            <a:gdLst/>
            <a:ahLst/>
            <a:cxnLst/>
            <a:rect l="l" t="t" r="r" b="b"/>
            <a:pathLst>
              <a:path w="6296850" h="7158100">
                <a:moveTo>
                  <a:pt x="0" y="0"/>
                </a:moveTo>
                <a:lnTo>
                  <a:pt x="6296850" y="0"/>
                </a:lnTo>
                <a:lnTo>
                  <a:pt x="6296850" y="7158100"/>
                </a:lnTo>
                <a:lnTo>
                  <a:pt x="0" y="7158100"/>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C8EAFF"/>
        </a:solidFill>
        <a:effectLst/>
      </p:bgPr>
    </p:bg>
    <p:spTree>
      <p:nvGrpSpPr>
        <p:cNvPr id="1" name=""/>
        <p:cNvGrpSpPr/>
        <p:nvPr/>
      </p:nvGrpSpPr>
      <p:grpSpPr>
        <a:xfrm>
          <a:off x="0" y="0"/>
          <a:ext cx="0" cy="0"/>
          <a:chOff x="0" y="0"/>
          <a:chExt cx="0" cy="0"/>
        </a:xfrm>
      </p:grpSpPr>
      <p:sp>
        <p:nvSpPr>
          <p:cNvPr id="2" name="Freeform 2"/>
          <p:cNvSpPr/>
          <p:nvPr/>
        </p:nvSpPr>
        <p:spPr>
          <a:xfrm>
            <a:off x="0" y="0"/>
            <a:ext cx="18288006" cy="10287002"/>
          </a:xfrm>
          <a:custGeom>
            <a:avLst/>
            <a:gdLst/>
            <a:ahLst/>
            <a:cxnLst/>
            <a:rect l="l" t="t" r="r" b="b"/>
            <a:pathLst>
              <a:path w="18288006" h="10287002">
                <a:moveTo>
                  <a:pt x="0" y="0"/>
                </a:moveTo>
                <a:lnTo>
                  <a:pt x="18288006" y="0"/>
                </a:lnTo>
                <a:lnTo>
                  <a:pt x="18288006" y="10287002"/>
                </a:lnTo>
                <a:lnTo>
                  <a:pt x="0" y="10287002"/>
                </a:lnTo>
                <a:lnTo>
                  <a:pt x="0" y="0"/>
                </a:lnTo>
                <a:close/>
              </a:path>
            </a:pathLst>
          </a:custGeom>
          <a:blipFill>
            <a:blip r:embed="rId3">
              <a:alphaModFix amt="57999"/>
            </a:blip>
            <a:stretch>
              <a:fillRect/>
            </a:stretch>
          </a:blipFill>
        </p:spPr>
        <p:txBody>
          <a:bodyPr/>
          <a:lstStyle/>
          <a:p>
            <a:endParaRPr lang="en-US"/>
          </a:p>
        </p:txBody>
      </p:sp>
      <p:sp>
        <p:nvSpPr>
          <p:cNvPr id="3" name="Freeform 3"/>
          <p:cNvSpPr/>
          <p:nvPr/>
        </p:nvSpPr>
        <p:spPr>
          <a:xfrm>
            <a:off x="12934952" y="-1715982"/>
            <a:ext cx="10591798" cy="4572496"/>
          </a:xfrm>
          <a:custGeom>
            <a:avLst/>
            <a:gdLst/>
            <a:ahLst/>
            <a:cxnLst/>
            <a:rect l="l" t="t" r="r" b="b"/>
            <a:pathLst>
              <a:path w="10591798" h="4572496">
                <a:moveTo>
                  <a:pt x="0" y="0"/>
                </a:moveTo>
                <a:lnTo>
                  <a:pt x="10591798" y="0"/>
                </a:lnTo>
                <a:lnTo>
                  <a:pt x="10591798" y="4572496"/>
                </a:lnTo>
                <a:lnTo>
                  <a:pt x="0" y="4572496"/>
                </a:lnTo>
                <a:lnTo>
                  <a:pt x="0" y="0"/>
                </a:lnTo>
                <a:close/>
              </a:path>
            </a:pathLst>
          </a:custGeom>
          <a:blipFill>
            <a:blip r:embed="rId4"/>
            <a:stretch>
              <a:fillRect/>
            </a:stretch>
          </a:blipFill>
        </p:spPr>
        <p:txBody>
          <a:bodyPr/>
          <a:lstStyle/>
          <a:p>
            <a:endParaRPr lang="en-US"/>
          </a:p>
        </p:txBody>
      </p:sp>
      <p:sp>
        <p:nvSpPr>
          <p:cNvPr id="4" name="Freeform 4"/>
          <p:cNvSpPr/>
          <p:nvPr/>
        </p:nvSpPr>
        <p:spPr>
          <a:xfrm>
            <a:off x="-3981448" y="-2685810"/>
            <a:ext cx="10591798" cy="5712050"/>
          </a:xfrm>
          <a:custGeom>
            <a:avLst/>
            <a:gdLst/>
            <a:ahLst/>
            <a:cxnLst/>
            <a:rect l="l" t="t" r="r" b="b"/>
            <a:pathLst>
              <a:path w="10591798" h="5712050">
                <a:moveTo>
                  <a:pt x="0" y="0"/>
                </a:moveTo>
                <a:lnTo>
                  <a:pt x="10591798" y="0"/>
                </a:lnTo>
                <a:lnTo>
                  <a:pt x="10591798" y="5712050"/>
                </a:lnTo>
                <a:lnTo>
                  <a:pt x="0" y="5712050"/>
                </a:lnTo>
                <a:lnTo>
                  <a:pt x="0" y="0"/>
                </a:lnTo>
                <a:close/>
              </a:path>
            </a:pathLst>
          </a:custGeom>
          <a:blipFill>
            <a:blip r:embed="rId5"/>
            <a:stretch>
              <a:fillRect/>
            </a:stretch>
          </a:blipFill>
        </p:spPr>
        <p:txBody>
          <a:bodyPr/>
          <a:lstStyle/>
          <a:p>
            <a:endParaRPr lang="en-US"/>
          </a:p>
        </p:txBody>
      </p:sp>
      <p:sp>
        <p:nvSpPr>
          <p:cNvPr id="5" name="Freeform 5"/>
          <p:cNvSpPr/>
          <p:nvPr/>
        </p:nvSpPr>
        <p:spPr>
          <a:xfrm>
            <a:off x="12611102" y="7111140"/>
            <a:ext cx="10591798" cy="5712050"/>
          </a:xfrm>
          <a:custGeom>
            <a:avLst/>
            <a:gdLst/>
            <a:ahLst/>
            <a:cxnLst/>
            <a:rect l="l" t="t" r="r" b="b"/>
            <a:pathLst>
              <a:path w="10591798" h="5712050">
                <a:moveTo>
                  <a:pt x="0" y="0"/>
                </a:moveTo>
                <a:lnTo>
                  <a:pt x="10591798" y="0"/>
                </a:lnTo>
                <a:lnTo>
                  <a:pt x="10591798" y="5712050"/>
                </a:lnTo>
                <a:lnTo>
                  <a:pt x="0" y="5712050"/>
                </a:lnTo>
                <a:lnTo>
                  <a:pt x="0" y="0"/>
                </a:lnTo>
                <a:close/>
              </a:path>
            </a:pathLst>
          </a:custGeom>
          <a:blipFill>
            <a:blip r:embed="rId5"/>
            <a:stretch>
              <a:fillRect/>
            </a:stretch>
          </a:blipFill>
        </p:spPr>
        <p:txBody>
          <a:bodyPr/>
          <a:lstStyle/>
          <a:p>
            <a:endParaRPr lang="en-US"/>
          </a:p>
        </p:txBody>
      </p:sp>
      <p:sp>
        <p:nvSpPr>
          <p:cNvPr id="6" name="Freeform 6"/>
          <p:cNvSpPr/>
          <p:nvPr/>
        </p:nvSpPr>
        <p:spPr>
          <a:xfrm>
            <a:off x="-4743448" y="7680942"/>
            <a:ext cx="10591798" cy="4572496"/>
          </a:xfrm>
          <a:custGeom>
            <a:avLst/>
            <a:gdLst/>
            <a:ahLst/>
            <a:cxnLst/>
            <a:rect l="l" t="t" r="r" b="b"/>
            <a:pathLst>
              <a:path w="10591798" h="4572496">
                <a:moveTo>
                  <a:pt x="0" y="0"/>
                </a:moveTo>
                <a:lnTo>
                  <a:pt x="10591798" y="0"/>
                </a:lnTo>
                <a:lnTo>
                  <a:pt x="10591798" y="4572496"/>
                </a:lnTo>
                <a:lnTo>
                  <a:pt x="0" y="4572496"/>
                </a:lnTo>
                <a:lnTo>
                  <a:pt x="0" y="0"/>
                </a:lnTo>
                <a:close/>
              </a:path>
            </a:pathLst>
          </a:custGeom>
          <a:blipFill>
            <a:blip r:embed="rId4"/>
            <a:stretch>
              <a:fillRect/>
            </a:stretch>
          </a:blipFill>
        </p:spPr>
        <p:txBody>
          <a:bodyPr/>
          <a:lstStyle/>
          <a:p>
            <a:endParaRPr lang="en-US"/>
          </a:p>
        </p:txBody>
      </p:sp>
      <p:sp>
        <p:nvSpPr>
          <p:cNvPr id="7" name="Freeform 7"/>
          <p:cNvSpPr/>
          <p:nvPr/>
        </p:nvSpPr>
        <p:spPr>
          <a:xfrm>
            <a:off x="-704850" y="2647950"/>
            <a:ext cx="1976050" cy="5314950"/>
          </a:xfrm>
          <a:custGeom>
            <a:avLst/>
            <a:gdLst/>
            <a:ahLst/>
            <a:cxnLst/>
            <a:rect l="l" t="t" r="r" b="b"/>
            <a:pathLst>
              <a:path w="1976050" h="5314950">
                <a:moveTo>
                  <a:pt x="0" y="0"/>
                </a:moveTo>
                <a:lnTo>
                  <a:pt x="1976050" y="0"/>
                </a:lnTo>
                <a:lnTo>
                  <a:pt x="1976050" y="5314950"/>
                </a:lnTo>
                <a:lnTo>
                  <a:pt x="0" y="531495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8" name="Freeform 8"/>
          <p:cNvSpPr/>
          <p:nvPr/>
        </p:nvSpPr>
        <p:spPr>
          <a:xfrm>
            <a:off x="4191000" y="9609424"/>
            <a:ext cx="11315700" cy="1077650"/>
          </a:xfrm>
          <a:custGeom>
            <a:avLst/>
            <a:gdLst/>
            <a:ahLst/>
            <a:cxnLst/>
            <a:rect l="l" t="t" r="r" b="b"/>
            <a:pathLst>
              <a:path w="11315700" h="1077650">
                <a:moveTo>
                  <a:pt x="0" y="0"/>
                </a:moveTo>
                <a:lnTo>
                  <a:pt x="11315700" y="0"/>
                </a:lnTo>
                <a:lnTo>
                  <a:pt x="11315700" y="1077650"/>
                </a:lnTo>
                <a:lnTo>
                  <a:pt x="0" y="107765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US"/>
          </a:p>
        </p:txBody>
      </p:sp>
      <p:sp>
        <p:nvSpPr>
          <p:cNvPr id="9" name="Freeform 9"/>
          <p:cNvSpPr/>
          <p:nvPr/>
        </p:nvSpPr>
        <p:spPr>
          <a:xfrm>
            <a:off x="17183100" y="-323850"/>
            <a:ext cx="1600200" cy="6591300"/>
          </a:xfrm>
          <a:custGeom>
            <a:avLst/>
            <a:gdLst/>
            <a:ahLst/>
            <a:cxnLst/>
            <a:rect l="l" t="t" r="r" b="b"/>
            <a:pathLst>
              <a:path w="1600200" h="6591300">
                <a:moveTo>
                  <a:pt x="0" y="0"/>
                </a:moveTo>
                <a:lnTo>
                  <a:pt x="1600200" y="0"/>
                </a:lnTo>
                <a:lnTo>
                  <a:pt x="1600200" y="6591300"/>
                </a:lnTo>
                <a:lnTo>
                  <a:pt x="0" y="6591300"/>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US"/>
          </a:p>
        </p:txBody>
      </p:sp>
      <p:sp>
        <p:nvSpPr>
          <p:cNvPr id="10" name="Freeform 10"/>
          <p:cNvSpPr/>
          <p:nvPr/>
        </p:nvSpPr>
        <p:spPr>
          <a:xfrm>
            <a:off x="15199535" y="8540212"/>
            <a:ext cx="3656986" cy="3945300"/>
          </a:xfrm>
          <a:custGeom>
            <a:avLst/>
            <a:gdLst/>
            <a:ahLst/>
            <a:cxnLst/>
            <a:rect l="l" t="t" r="r" b="b"/>
            <a:pathLst>
              <a:path w="3656986" h="3945300">
                <a:moveTo>
                  <a:pt x="0" y="0"/>
                </a:moveTo>
                <a:lnTo>
                  <a:pt x="3656986" y="0"/>
                </a:lnTo>
                <a:lnTo>
                  <a:pt x="3656986" y="3945300"/>
                </a:lnTo>
                <a:lnTo>
                  <a:pt x="0" y="3945300"/>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endParaRPr lang="en-US"/>
          </a:p>
        </p:txBody>
      </p:sp>
      <p:sp>
        <p:nvSpPr>
          <p:cNvPr id="11" name="Freeform 11"/>
          <p:cNvSpPr/>
          <p:nvPr/>
        </p:nvSpPr>
        <p:spPr>
          <a:xfrm>
            <a:off x="-1455663" y="-951888"/>
            <a:ext cx="3723316" cy="3670936"/>
          </a:xfrm>
          <a:custGeom>
            <a:avLst/>
            <a:gdLst/>
            <a:ahLst/>
            <a:cxnLst/>
            <a:rect l="l" t="t" r="r" b="b"/>
            <a:pathLst>
              <a:path w="3723316" h="3670936">
                <a:moveTo>
                  <a:pt x="0" y="0"/>
                </a:moveTo>
                <a:lnTo>
                  <a:pt x="3723317" y="0"/>
                </a:lnTo>
                <a:lnTo>
                  <a:pt x="3723317" y="3670935"/>
                </a:lnTo>
                <a:lnTo>
                  <a:pt x="0" y="3670935"/>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endParaRPr lang="en-US"/>
          </a:p>
        </p:txBody>
      </p:sp>
      <p:sp>
        <p:nvSpPr>
          <p:cNvPr id="12" name="TextBox 12"/>
          <p:cNvSpPr txBox="1"/>
          <p:nvPr/>
        </p:nvSpPr>
        <p:spPr>
          <a:xfrm>
            <a:off x="628225" y="7523449"/>
            <a:ext cx="5903303" cy="2085975"/>
          </a:xfrm>
          <a:prstGeom prst="rect">
            <a:avLst/>
          </a:prstGeom>
        </p:spPr>
        <p:txBody>
          <a:bodyPr lIns="0" tIns="0" rIns="0" bIns="0" rtlCol="0" anchor="t">
            <a:spAutoFit/>
          </a:bodyPr>
          <a:lstStyle/>
          <a:p>
            <a:pPr algn="ctr">
              <a:lnSpc>
                <a:spcPts val="3359"/>
              </a:lnSpc>
            </a:pPr>
            <a:r>
              <a:rPr lang="en-US" sz="2799">
                <a:solidFill>
                  <a:srgbClr val="13394F"/>
                </a:solidFill>
                <a:latin typeface="Lexend Deca"/>
                <a:ea typeface="Lexend Deca"/>
                <a:cs typeface="Lexend Deca"/>
                <a:sym typeface="Lexend Deca"/>
              </a:rPr>
              <a:t>Integrate secure online payment methods such as credit cards and digital wallets to allow users to complete flight bookings with real-time payment processing.</a:t>
            </a:r>
          </a:p>
        </p:txBody>
      </p:sp>
      <p:sp>
        <p:nvSpPr>
          <p:cNvPr id="13" name="TextBox 13"/>
          <p:cNvSpPr txBox="1"/>
          <p:nvPr/>
        </p:nvSpPr>
        <p:spPr>
          <a:xfrm>
            <a:off x="6940165" y="3214416"/>
            <a:ext cx="4407676" cy="2044534"/>
          </a:xfrm>
          <a:prstGeom prst="rect">
            <a:avLst/>
          </a:prstGeom>
        </p:spPr>
        <p:txBody>
          <a:bodyPr lIns="0" tIns="0" rIns="0" bIns="0" rtlCol="0" anchor="t">
            <a:spAutoFit/>
          </a:bodyPr>
          <a:lstStyle/>
          <a:p>
            <a:pPr algn="ctr">
              <a:lnSpc>
                <a:spcPts val="3278"/>
              </a:lnSpc>
            </a:pPr>
            <a:r>
              <a:rPr lang="en-US" sz="2731">
                <a:solidFill>
                  <a:srgbClr val="13394F"/>
                </a:solidFill>
                <a:latin typeface="Lexend Deca"/>
                <a:ea typeface="Lexend Deca"/>
                <a:cs typeface="Lexend Deca"/>
                <a:sym typeface="Lexend Deca"/>
              </a:rPr>
              <a:t>Enable users to cancel booked flights and request refunds according to airline policies.</a:t>
            </a:r>
          </a:p>
        </p:txBody>
      </p:sp>
      <p:sp>
        <p:nvSpPr>
          <p:cNvPr id="14" name="TextBox 14"/>
          <p:cNvSpPr txBox="1"/>
          <p:nvPr/>
        </p:nvSpPr>
        <p:spPr>
          <a:xfrm>
            <a:off x="10447375" y="7504399"/>
            <a:ext cx="7580202" cy="1685925"/>
          </a:xfrm>
          <a:prstGeom prst="rect">
            <a:avLst/>
          </a:prstGeom>
        </p:spPr>
        <p:txBody>
          <a:bodyPr lIns="0" tIns="0" rIns="0" bIns="0" rtlCol="0" anchor="t">
            <a:spAutoFit/>
          </a:bodyPr>
          <a:lstStyle/>
          <a:p>
            <a:pPr algn="ctr">
              <a:lnSpc>
                <a:spcPts val="3359"/>
              </a:lnSpc>
            </a:pPr>
            <a:r>
              <a:rPr lang="en-US" sz="2799">
                <a:solidFill>
                  <a:srgbClr val="13394F"/>
                </a:solidFill>
                <a:latin typeface="Lexend Deca"/>
                <a:ea typeface="Lexend Deca"/>
                <a:cs typeface="Lexend Deca"/>
                <a:sym typeface="Lexend Deca"/>
              </a:rPr>
              <a:t>Send automatic notifications to users for:</a:t>
            </a:r>
          </a:p>
          <a:p>
            <a:pPr marL="604519" lvl="1" indent="-302260" algn="l">
              <a:lnSpc>
                <a:spcPts val="3359"/>
              </a:lnSpc>
              <a:buFont typeface="Arial"/>
              <a:buChar char="•"/>
            </a:pPr>
            <a:r>
              <a:rPr lang="en-US" sz="2799">
                <a:solidFill>
                  <a:srgbClr val="13394F"/>
                </a:solidFill>
                <a:latin typeface="Lexend Deca"/>
                <a:ea typeface="Lexend Deca"/>
                <a:cs typeface="Lexend Deca"/>
                <a:sym typeface="Lexend Deca"/>
              </a:rPr>
              <a:t>Booking confirmation</a:t>
            </a:r>
          </a:p>
          <a:p>
            <a:pPr marL="604519" lvl="1" indent="-302260" algn="l">
              <a:lnSpc>
                <a:spcPts val="3359"/>
              </a:lnSpc>
              <a:buFont typeface="Arial"/>
              <a:buChar char="•"/>
            </a:pPr>
            <a:r>
              <a:rPr lang="en-US" sz="2799">
                <a:solidFill>
                  <a:srgbClr val="13394F"/>
                </a:solidFill>
                <a:latin typeface="Lexend Deca"/>
                <a:ea typeface="Lexend Deca"/>
                <a:cs typeface="Lexend Deca"/>
                <a:sym typeface="Lexend Deca"/>
              </a:rPr>
              <a:t>Flight updates or delays</a:t>
            </a:r>
          </a:p>
          <a:p>
            <a:pPr marL="604520" lvl="1" indent="-302260" algn="l">
              <a:lnSpc>
                <a:spcPts val="3359"/>
              </a:lnSpc>
              <a:buFont typeface="Arial"/>
              <a:buChar char="•"/>
            </a:pPr>
            <a:r>
              <a:rPr lang="en-US" sz="2799">
                <a:solidFill>
                  <a:srgbClr val="13394F"/>
                </a:solidFill>
                <a:latin typeface="Lexend Deca"/>
                <a:ea typeface="Lexend Deca"/>
                <a:cs typeface="Lexend Deca"/>
                <a:sym typeface="Lexend Deca"/>
              </a:rPr>
              <a:t>Cancellation alerts</a:t>
            </a:r>
          </a:p>
        </p:txBody>
      </p:sp>
      <p:sp>
        <p:nvSpPr>
          <p:cNvPr id="15" name="TextBox 15"/>
          <p:cNvSpPr txBox="1"/>
          <p:nvPr/>
        </p:nvSpPr>
        <p:spPr>
          <a:xfrm>
            <a:off x="850455" y="6461125"/>
            <a:ext cx="5458844" cy="723900"/>
          </a:xfrm>
          <a:prstGeom prst="rect">
            <a:avLst/>
          </a:prstGeom>
        </p:spPr>
        <p:txBody>
          <a:bodyPr lIns="0" tIns="0" rIns="0" bIns="0" rtlCol="0" anchor="t">
            <a:spAutoFit/>
          </a:bodyPr>
          <a:lstStyle/>
          <a:p>
            <a:pPr algn="ctr">
              <a:lnSpc>
                <a:spcPts val="5759"/>
              </a:lnSpc>
            </a:pPr>
            <a:r>
              <a:rPr lang="en-US" sz="4800" b="1">
                <a:solidFill>
                  <a:srgbClr val="13394F"/>
                </a:solidFill>
                <a:latin typeface="Bebas Neue Bold"/>
                <a:ea typeface="Bebas Neue Bold"/>
                <a:cs typeface="Bebas Neue Bold"/>
                <a:sym typeface="Bebas Neue Bold"/>
              </a:rPr>
              <a:t>5.1 Online Payment System</a:t>
            </a:r>
          </a:p>
        </p:txBody>
      </p:sp>
      <p:sp>
        <p:nvSpPr>
          <p:cNvPr id="16" name="TextBox 16"/>
          <p:cNvSpPr txBox="1"/>
          <p:nvPr/>
        </p:nvSpPr>
        <p:spPr>
          <a:xfrm>
            <a:off x="5439666" y="2302340"/>
            <a:ext cx="7408668" cy="723900"/>
          </a:xfrm>
          <a:prstGeom prst="rect">
            <a:avLst/>
          </a:prstGeom>
        </p:spPr>
        <p:txBody>
          <a:bodyPr lIns="0" tIns="0" rIns="0" bIns="0" rtlCol="0" anchor="t">
            <a:spAutoFit/>
          </a:bodyPr>
          <a:lstStyle/>
          <a:p>
            <a:pPr algn="ctr">
              <a:lnSpc>
                <a:spcPts val="5759"/>
              </a:lnSpc>
            </a:pPr>
            <a:r>
              <a:rPr lang="en-US" sz="4800" b="1">
                <a:solidFill>
                  <a:srgbClr val="13394F"/>
                </a:solidFill>
                <a:latin typeface="Bebas Neue Bold"/>
                <a:ea typeface="Bebas Neue Bold"/>
                <a:cs typeface="Bebas Neue Bold"/>
                <a:sym typeface="Bebas Neue Bold"/>
              </a:rPr>
              <a:t>5.2 Flight Cancellation and Refund</a:t>
            </a:r>
          </a:p>
        </p:txBody>
      </p:sp>
      <p:sp>
        <p:nvSpPr>
          <p:cNvPr id="17" name="TextBox 17"/>
          <p:cNvSpPr txBox="1"/>
          <p:nvPr/>
        </p:nvSpPr>
        <p:spPr>
          <a:xfrm>
            <a:off x="10946130" y="6387240"/>
            <a:ext cx="6582691" cy="723900"/>
          </a:xfrm>
          <a:prstGeom prst="rect">
            <a:avLst/>
          </a:prstGeom>
        </p:spPr>
        <p:txBody>
          <a:bodyPr lIns="0" tIns="0" rIns="0" bIns="0" rtlCol="0" anchor="t">
            <a:spAutoFit/>
          </a:bodyPr>
          <a:lstStyle/>
          <a:p>
            <a:pPr algn="ctr">
              <a:lnSpc>
                <a:spcPts val="5759"/>
              </a:lnSpc>
            </a:pPr>
            <a:r>
              <a:rPr lang="en-US" sz="4800" b="1">
                <a:solidFill>
                  <a:srgbClr val="13394F"/>
                </a:solidFill>
                <a:latin typeface="Bebas Neue Bold"/>
                <a:ea typeface="Bebas Neue Bold"/>
                <a:cs typeface="Bebas Neue Bold"/>
                <a:sym typeface="Bebas Neue Bold"/>
              </a:rPr>
              <a:t>5.3 Email and SMS Notifications</a:t>
            </a:r>
          </a:p>
        </p:txBody>
      </p:sp>
      <p:grpSp>
        <p:nvGrpSpPr>
          <p:cNvPr id="18" name="Group 18"/>
          <p:cNvGrpSpPr/>
          <p:nvPr/>
        </p:nvGrpSpPr>
        <p:grpSpPr>
          <a:xfrm>
            <a:off x="2501366" y="4388275"/>
            <a:ext cx="1924200" cy="1924200"/>
            <a:chOff x="0" y="0"/>
            <a:chExt cx="2565600" cy="2565600"/>
          </a:xfrm>
        </p:grpSpPr>
        <p:sp>
          <p:nvSpPr>
            <p:cNvPr id="19" name="Freeform 19"/>
            <p:cNvSpPr/>
            <p:nvPr/>
          </p:nvSpPr>
          <p:spPr>
            <a:xfrm>
              <a:off x="0" y="0"/>
              <a:ext cx="2565654" cy="2565654"/>
            </a:xfrm>
            <a:custGeom>
              <a:avLst/>
              <a:gdLst/>
              <a:ahLst/>
              <a:cxnLst/>
              <a:rect l="l" t="t" r="r" b="b"/>
              <a:pathLst>
                <a:path w="2565654" h="2565654">
                  <a:moveTo>
                    <a:pt x="0" y="0"/>
                  </a:moveTo>
                  <a:lnTo>
                    <a:pt x="2565654" y="0"/>
                  </a:lnTo>
                  <a:lnTo>
                    <a:pt x="2565654" y="2565654"/>
                  </a:lnTo>
                  <a:lnTo>
                    <a:pt x="0" y="2565654"/>
                  </a:lnTo>
                  <a:close/>
                </a:path>
              </a:pathLst>
            </a:custGeom>
            <a:solidFill>
              <a:srgbClr val="FFFFFF">
                <a:alpha val="11765"/>
              </a:srgbClr>
            </a:solidFill>
          </p:spPr>
          <p:txBody>
            <a:bodyPr/>
            <a:lstStyle/>
            <a:p>
              <a:endParaRPr lang="en-US"/>
            </a:p>
          </p:txBody>
        </p:sp>
      </p:grpSp>
      <p:grpSp>
        <p:nvGrpSpPr>
          <p:cNvPr id="20" name="Group 20"/>
          <p:cNvGrpSpPr/>
          <p:nvPr/>
        </p:nvGrpSpPr>
        <p:grpSpPr>
          <a:xfrm>
            <a:off x="13275376" y="4296850"/>
            <a:ext cx="1924200" cy="1924200"/>
            <a:chOff x="0" y="0"/>
            <a:chExt cx="2565600" cy="2565600"/>
          </a:xfrm>
        </p:grpSpPr>
        <p:sp>
          <p:nvSpPr>
            <p:cNvPr id="21" name="Freeform 21"/>
            <p:cNvSpPr/>
            <p:nvPr/>
          </p:nvSpPr>
          <p:spPr>
            <a:xfrm>
              <a:off x="0" y="0"/>
              <a:ext cx="2565654" cy="2565654"/>
            </a:xfrm>
            <a:custGeom>
              <a:avLst/>
              <a:gdLst/>
              <a:ahLst/>
              <a:cxnLst/>
              <a:rect l="l" t="t" r="r" b="b"/>
              <a:pathLst>
                <a:path w="2565654" h="2565654">
                  <a:moveTo>
                    <a:pt x="0" y="0"/>
                  </a:moveTo>
                  <a:lnTo>
                    <a:pt x="2565654" y="0"/>
                  </a:lnTo>
                  <a:lnTo>
                    <a:pt x="2565654" y="2565654"/>
                  </a:lnTo>
                  <a:lnTo>
                    <a:pt x="0" y="2565654"/>
                  </a:lnTo>
                  <a:close/>
                </a:path>
              </a:pathLst>
            </a:custGeom>
            <a:solidFill>
              <a:srgbClr val="FFFFFF">
                <a:alpha val="11765"/>
              </a:srgbClr>
            </a:solidFill>
          </p:spPr>
          <p:txBody>
            <a:bodyPr/>
            <a:lstStyle/>
            <a:p>
              <a:endParaRPr lang="en-US"/>
            </a:p>
          </p:txBody>
        </p:sp>
      </p:grpSp>
      <p:grpSp>
        <p:nvGrpSpPr>
          <p:cNvPr id="22" name="Group 22"/>
          <p:cNvGrpSpPr/>
          <p:nvPr/>
        </p:nvGrpSpPr>
        <p:grpSpPr>
          <a:xfrm>
            <a:off x="8181900" y="170215"/>
            <a:ext cx="1924200" cy="1924200"/>
            <a:chOff x="0" y="0"/>
            <a:chExt cx="2565600" cy="2565600"/>
          </a:xfrm>
        </p:grpSpPr>
        <p:sp>
          <p:nvSpPr>
            <p:cNvPr id="23" name="Freeform 23"/>
            <p:cNvSpPr/>
            <p:nvPr/>
          </p:nvSpPr>
          <p:spPr>
            <a:xfrm>
              <a:off x="0" y="0"/>
              <a:ext cx="2565654" cy="2565654"/>
            </a:xfrm>
            <a:custGeom>
              <a:avLst/>
              <a:gdLst/>
              <a:ahLst/>
              <a:cxnLst/>
              <a:rect l="l" t="t" r="r" b="b"/>
              <a:pathLst>
                <a:path w="2565654" h="2565654">
                  <a:moveTo>
                    <a:pt x="0" y="0"/>
                  </a:moveTo>
                  <a:lnTo>
                    <a:pt x="2565654" y="0"/>
                  </a:lnTo>
                  <a:lnTo>
                    <a:pt x="2565654" y="2565654"/>
                  </a:lnTo>
                  <a:lnTo>
                    <a:pt x="0" y="2565654"/>
                  </a:lnTo>
                  <a:close/>
                </a:path>
              </a:pathLst>
            </a:custGeom>
            <a:solidFill>
              <a:srgbClr val="FFFFFF">
                <a:alpha val="11765"/>
              </a:srgbClr>
            </a:solidFill>
          </p:spPr>
          <p:txBody>
            <a:bodyPr/>
            <a:lstStyle/>
            <a:p>
              <a:endParaRPr lang="en-US"/>
            </a:p>
          </p:txBody>
        </p:sp>
      </p:grpSp>
      <p:sp>
        <p:nvSpPr>
          <p:cNvPr id="24" name="Freeform 24"/>
          <p:cNvSpPr/>
          <p:nvPr/>
        </p:nvSpPr>
        <p:spPr>
          <a:xfrm>
            <a:off x="3088424" y="4964415"/>
            <a:ext cx="750084" cy="747060"/>
          </a:xfrm>
          <a:custGeom>
            <a:avLst/>
            <a:gdLst/>
            <a:ahLst/>
            <a:cxnLst/>
            <a:rect l="l" t="t" r="r" b="b"/>
            <a:pathLst>
              <a:path w="750084" h="747060">
                <a:moveTo>
                  <a:pt x="0" y="0"/>
                </a:moveTo>
                <a:lnTo>
                  <a:pt x="750084" y="0"/>
                </a:lnTo>
                <a:lnTo>
                  <a:pt x="750084" y="747060"/>
                </a:lnTo>
                <a:lnTo>
                  <a:pt x="0" y="747060"/>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txBody>
          <a:bodyPr/>
          <a:lstStyle/>
          <a:p>
            <a:endParaRPr lang="en-US"/>
          </a:p>
        </p:txBody>
      </p:sp>
      <p:sp>
        <p:nvSpPr>
          <p:cNvPr id="25" name="Freeform 25"/>
          <p:cNvSpPr/>
          <p:nvPr/>
        </p:nvSpPr>
        <p:spPr>
          <a:xfrm>
            <a:off x="8768961" y="758785"/>
            <a:ext cx="750084" cy="747060"/>
          </a:xfrm>
          <a:custGeom>
            <a:avLst/>
            <a:gdLst/>
            <a:ahLst/>
            <a:cxnLst/>
            <a:rect l="l" t="t" r="r" b="b"/>
            <a:pathLst>
              <a:path w="750084" h="747060">
                <a:moveTo>
                  <a:pt x="0" y="0"/>
                </a:moveTo>
                <a:lnTo>
                  <a:pt x="750084" y="0"/>
                </a:lnTo>
                <a:lnTo>
                  <a:pt x="750084" y="747060"/>
                </a:lnTo>
                <a:lnTo>
                  <a:pt x="0" y="747060"/>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txBody>
          <a:bodyPr/>
          <a:lstStyle/>
          <a:p>
            <a:endParaRPr lang="en-US"/>
          </a:p>
        </p:txBody>
      </p:sp>
      <p:sp>
        <p:nvSpPr>
          <p:cNvPr id="26" name="Freeform 26"/>
          <p:cNvSpPr/>
          <p:nvPr/>
        </p:nvSpPr>
        <p:spPr>
          <a:xfrm>
            <a:off x="13862434" y="4901670"/>
            <a:ext cx="750084" cy="747060"/>
          </a:xfrm>
          <a:custGeom>
            <a:avLst/>
            <a:gdLst/>
            <a:ahLst/>
            <a:cxnLst/>
            <a:rect l="l" t="t" r="r" b="b"/>
            <a:pathLst>
              <a:path w="750084" h="747060">
                <a:moveTo>
                  <a:pt x="0" y="0"/>
                </a:moveTo>
                <a:lnTo>
                  <a:pt x="750084" y="0"/>
                </a:lnTo>
                <a:lnTo>
                  <a:pt x="750084" y="747060"/>
                </a:lnTo>
                <a:lnTo>
                  <a:pt x="0" y="747060"/>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txBody>
          <a:bodyPr/>
          <a:lstStyle/>
          <a:p>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C8EAFF"/>
        </a:solidFill>
        <a:effectLst/>
      </p:bgPr>
    </p:bg>
    <p:spTree>
      <p:nvGrpSpPr>
        <p:cNvPr id="1" name=""/>
        <p:cNvGrpSpPr/>
        <p:nvPr/>
      </p:nvGrpSpPr>
      <p:grpSpPr>
        <a:xfrm>
          <a:off x="0" y="0"/>
          <a:ext cx="0" cy="0"/>
          <a:chOff x="0" y="0"/>
          <a:chExt cx="0" cy="0"/>
        </a:xfrm>
      </p:grpSpPr>
      <p:sp>
        <p:nvSpPr>
          <p:cNvPr id="2" name="Freeform 2"/>
          <p:cNvSpPr/>
          <p:nvPr/>
        </p:nvSpPr>
        <p:spPr>
          <a:xfrm>
            <a:off x="0" y="0"/>
            <a:ext cx="18288006" cy="10287002"/>
          </a:xfrm>
          <a:custGeom>
            <a:avLst/>
            <a:gdLst/>
            <a:ahLst/>
            <a:cxnLst/>
            <a:rect l="l" t="t" r="r" b="b"/>
            <a:pathLst>
              <a:path w="18288006" h="10287002">
                <a:moveTo>
                  <a:pt x="0" y="0"/>
                </a:moveTo>
                <a:lnTo>
                  <a:pt x="18288006" y="0"/>
                </a:lnTo>
                <a:lnTo>
                  <a:pt x="18288006" y="10287002"/>
                </a:lnTo>
                <a:lnTo>
                  <a:pt x="0" y="10287002"/>
                </a:lnTo>
                <a:lnTo>
                  <a:pt x="0" y="0"/>
                </a:lnTo>
                <a:close/>
              </a:path>
            </a:pathLst>
          </a:custGeom>
          <a:blipFill>
            <a:blip r:embed="rId3">
              <a:alphaModFix amt="57999"/>
            </a:blip>
            <a:stretch>
              <a:fillRect/>
            </a:stretch>
          </a:blipFill>
        </p:spPr>
        <p:txBody>
          <a:bodyPr/>
          <a:lstStyle/>
          <a:p>
            <a:endParaRPr lang="en-US"/>
          </a:p>
        </p:txBody>
      </p:sp>
      <p:sp>
        <p:nvSpPr>
          <p:cNvPr id="3" name="Freeform 3"/>
          <p:cNvSpPr/>
          <p:nvPr/>
        </p:nvSpPr>
        <p:spPr>
          <a:xfrm>
            <a:off x="12934952" y="-1715982"/>
            <a:ext cx="10591798" cy="4572496"/>
          </a:xfrm>
          <a:custGeom>
            <a:avLst/>
            <a:gdLst/>
            <a:ahLst/>
            <a:cxnLst/>
            <a:rect l="l" t="t" r="r" b="b"/>
            <a:pathLst>
              <a:path w="10591798" h="4572496">
                <a:moveTo>
                  <a:pt x="0" y="0"/>
                </a:moveTo>
                <a:lnTo>
                  <a:pt x="10591798" y="0"/>
                </a:lnTo>
                <a:lnTo>
                  <a:pt x="10591798" y="4572496"/>
                </a:lnTo>
                <a:lnTo>
                  <a:pt x="0" y="4572496"/>
                </a:lnTo>
                <a:lnTo>
                  <a:pt x="0" y="0"/>
                </a:lnTo>
                <a:close/>
              </a:path>
            </a:pathLst>
          </a:custGeom>
          <a:blipFill>
            <a:blip r:embed="rId4"/>
            <a:stretch>
              <a:fillRect/>
            </a:stretch>
          </a:blipFill>
        </p:spPr>
        <p:txBody>
          <a:bodyPr/>
          <a:lstStyle/>
          <a:p>
            <a:endParaRPr lang="en-US"/>
          </a:p>
        </p:txBody>
      </p:sp>
      <p:sp>
        <p:nvSpPr>
          <p:cNvPr id="4" name="Freeform 4"/>
          <p:cNvSpPr/>
          <p:nvPr/>
        </p:nvSpPr>
        <p:spPr>
          <a:xfrm>
            <a:off x="-3981448" y="-2685810"/>
            <a:ext cx="10591798" cy="5712050"/>
          </a:xfrm>
          <a:custGeom>
            <a:avLst/>
            <a:gdLst/>
            <a:ahLst/>
            <a:cxnLst/>
            <a:rect l="l" t="t" r="r" b="b"/>
            <a:pathLst>
              <a:path w="10591798" h="5712050">
                <a:moveTo>
                  <a:pt x="0" y="0"/>
                </a:moveTo>
                <a:lnTo>
                  <a:pt x="10591798" y="0"/>
                </a:lnTo>
                <a:lnTo>
                  <a:pt x="10591798" y="5712050"/>
                </a:lnTo>
                <a:lnTo>
                  <a:pt x="0" y="5712050"/>
                </a:lnTo>
                <a:lnTo>
                  <a:pt x="0" y="0"/>
                </a:lnTo>
                <a:close/>
              </a:path>
            </a:pathLst>
          </a:custGeom>
          <a:blipFill>
            <a:blip r:embed="rId5"/>
            <a:stretch>
              <a:fillRect/>
            </a:stretch>
          </a:blipFill>
        </p:spPr>
        <p:txBody>
          <a:bodyPr/>
          <a:lstStyle/>
          <a:p>
            <a:endParaRPr lang="en-US"/>
          </a:p>
        </p:txBody>
      </p:sp>
      <p:sp>
        <p:nvSpPr>
          <p:cNvPr id="5" name="Freeform 5"/>
          <p:cNvSpPr/>
          <p:nvPr/>
        </p:nvSpPr>
        <p:spPr>
          <a:xfrm>
            <a:off x="12611102" y="7111140"/>
            <a:ext cx="10591798" cy="5712050"/>
          </a:xfrm>
          <a:custGeom>
            <a:avLst/>
            <a:gdLst/>
            <a:ahLst/>
            <a:cxnLst/>
            <a:rect l="l" t="t" r="r" b="b"/>
            <a:pathLst>
              <a:path w="10591798" h="5712050">
                <a:moveTo>
                  <a:pt x="0" y="0"/>
                </a:moveTo>
                <a:lnTo>
                  <a:pt x="10591798" y="0"/>
                </a:lnTo>
                <a:lnTo>
                  <a:pt x="10591798" y="5712050"/>
                </a:lnTo>
                <a:lnTo>
                  <a:pt x="0" y="5712050"/>
                </a:lnTo>
                <a:lnTo>
                  <a:pt x="0" y="0"/>
                </a:lnTo>
                <a:close/>
              </a:path>
            </a:pathLst>
          </a:custGeom>
          <a:blipFill>
            <a:blip r:embed="rId5"/>
            <a:stretch>
              <a:fillRect/>
            </a:stretch>
          </a:blipFill>
        </p:spPr>
        <p:txBody>
          <a:bodyPr/>
          <a:lstStyle/>
          <a:p>
            <a:endParaRPr lang="en-US"/>
          </a:p>
        </p:txBody>
      </p:sp>
      <p:sp>
        <p:nvSpPr>
          <p:cNvPr id="6" name="Freeform 6"/>
          <p:cNvSpPr/>
          <p:nvPr/>
        </p:nvSpPr>
        <p:spPr>
          <a:xfrm>
            <a:off x="-4743448" y="7680942"/>
            <a:ext cx="10591798" cy="4572496"/>
          </a:xfrm>
          <a:custGeom>
            <a:avLst/>
            <a:gdLst/>
            <a:ahLst/>
            <a:cxnLst/>
            <a:rect l="l" t="t" r="r" b="b"/>
            <a:pathLst>
              <a:path w="10591798" h="4572496">
                <a:moveTo>
                  <a:pt x="0" y="0"/>
                </a:moveTo>
                <a:lnTo>
                  <a:pt x="10591798" y="0"/>
                </a:lnTo>
                <a:lnTo>
                  <a:pt x="10591798" y="4572496"/>
                </a:lnTo>
                <a:lnTo>
                  <a:pt x="0" y="4572496"/>
                </a:lnTo>
                <a:lnTo>
                  <a:pt x="0" y="0"/>
                </a:lnTo>
                <a:close/>
              </a:path>
            </a:pathLst>
          </a:custGeom>
          <a:blipFill>
            <a:blip r:embed="rId4"/>
            <a:stretch>
              <a:fillRect/>
            </a:stretch>
          </a:blipFill>
        </p:spPr>
        <p:txBody>
          <a:bodyPr/>
          <a:lstStyle/>
          <a:p>
            <a:endParaRPr lang="en-US"/>
          </a:p>
        </p:txBody>
      </p:sp>
      <p:sp>
        <p:nvSpPr>
          <p:cNvPr id="7" name="Freeform 7"/>
          <p:cNvSpPr/>
          <p:nvPr/>
        </p:nvSpPr>
        <p:spPr>
          <a:xfrm>
            <a:off x="-704850" y="2647950"/>
            <a:ext cx="1976050" cy="5314950"/>
          </a:xfrm>
          <a:custGeom>
            <a:avLst/>
            <a:gdLst/>
            <a:ahLst/>
            <a:cxnLst/>
            <a:rect l="l" t="t" r="r" b="b"/>
            <a:pathLst>
              <a:path w="1976050" h="5314950">
                <a:moveTo>
                  <a:pt x="0" y="0"/>
                </a:moveTo>
                <a:lnTo>
                  <a:pt x="1976050" y="0"/>
                </a:lnTo>
                <a:lnTo>
                  <a:pt x="1976050" y="5314950"/>
                </a:lnTo>
                <a:lnTo>
                  <a:pt x="0" y="531495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8" name="Freeform 8"/>
          <p:cNvSpPr/>
          <p:nvPr/>
        </p:nvSpPr>
        <p:spPr>
          <a:xfrm>
            <a:off x="4191000" y="9609424"/>
            <a:ext cx="11315700" cy="1077650"/>
          </a:xfrm>
          <a:custGeom>
            <a:avLst/>
            <a:gdLst/>
            <a:ahLst/>
            <a:cxnLst/>
            <a:rect l="l" t="t" r="r" b="b"/>
            <a:pathLst>
              <a:path w="11315700" h="1077650">
                <a:moveTo>
                  <a:pt x="0" y="0"/>
                </a:moveTo>
                <a:lnTo>
                  <a:pt x="11315700" y="0"/>
                </a:lnTo>
                <a:lnTo>
                  <a:pt x="11315700" y="1077650"/>
                </a:lnTo>
                <a:lnTo>
                  <a:pt x="0" y="107765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US"/>
          </a:p>
        </p:txBody>
      </p:sp>
      <p:sp>
        <p:nvSpPr>
          <p:cNvPr id="9" name="Freeform 9"/>
          <p:cNvSpPr/>
          <p:nvPr/>
        </p:nvSpPr>
        <p:spPr>
          <a:xfrm>
            <a:off x="17183100" y="-323850"/>
            <a:ext cx="1600200" cy="6591300"/>
          </a:xfrm>
          <a:custGeom>
            <a:avLst/>
            <a:gdLst/>
            <a:ahLst/>
            <a:cxnLst/>
            <a:rect l="l" t="t" r="r" b="b"/>
            <a:pathLst>
              <a:path w="1600200" h="6591300">
                <a:moveTo>
                  <a:pt x="0" y="0"/>
                </a:moveTo>
                <a:lnTo>
                  <a:pt x="1600200" y="0"/>
                </a:lnTo>
                <a:lnTo>
                  <a:pt x="1600200" y="6591300"/>
                </a:lnTo>
                <a:lnTo>
                  <a:pt x="0" y="6591300"/>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US"/>
          </a:p>
        </p:txBody>
      </p:sp>
      <p:sp>
        <p:nvSpPr>
          <p:cNvPr id="10" name="Freeform 10"/>
          <p:cNvSpPr/>
          <p:nvPr/>
        </p:nvSpPr>
        <p:spPr>
          <a:xfrm>
            <a:off x="15199535" y="8540212"/>
            <a:ext cx="3656986" cy="3945300"/>
          </a:xfrm>
          <a:custGeom>
            <a:avLst/>
            <a:gdLst/>
            <a:ahLst/>
            <a:cxnLst/>
            <a:rect l="l" t="t" r="r" b="b"/>
            <a:pathLst>
              <a:path w="3656986" h="3945300">
                <a:moveTo>
                  <a:pt x="0" y="0"/>
                </a:moveTo>
                <a:lnTo>
                  <a:pt x="3656986" y="0"/>
                </a:lnTo>
                <a:lnTo>
                  <a:pt x="3656986" y="3945300"/>
                </a:lnTo>
                <a:lnTo>
                  <a:pt x="0" y="3945300"/>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endParaRPr lang="en-US"/>
          </a:p>
        </p:txBody>
      </p:sp>
      <p:sp>
        <p:nvSpPr>
          <p:cNvPr id="11" name="Freeform 11"/>
          <p:cNvSpPr/>
          <p:nvPr/>
        </p:nvSpPr>
        <p:spPr>
          <a:xfrm>
            <a:off x="-1455663" y="-951888"/>
            <a:ext cx="3723316" cy="3670936"/>
          </a:xfrm>
          <a:custGeom>
            <a:avLst/>
            <a:gdLst/>
            <a:ahLst/>
            <a:cxnLst/>
            <a:rect l="l" t="t" r="r" b="b"/>
            <a:pathLst>
              <a:path w="3723316" h="3670936">
                <a:moveTo>
                  <a:pt x="0" y="0"/>
                </a:moveTo>
                <a:lnTo>
                  <a:pt x="3723317" y="0"/>
                </a:lnTo>
                <a:lnTo>
                  <a:pt x="3723317" y="3670935"/>
                </a:lnTo>
                <a:lnTo>
                  <a:pt x="0" y="3670935"/>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endParaRPr lang="en-US"/>
          </a:p>
        </p:txBody>
      </p:sp>
      <p:sp>
        <p:nvSpPr>
          <p:cNvPr id="12" name="TextBox 12"/>
          <p:cNvSpPr txBox="1"/>
          <p:nvPr/>
        </p:nvSpPr>
        <p:spPr>
          <a:xfrm>
            <a:off x="864250" y="7549499"/>
            <a:ext cx="5305401" cy="1685925"/>
          </a:xfrm>
          <a:prstGeom prst="rect">
            <a:avLst/>
          </a:prstGeom>
        </p:spPr>
        <p:txBody>
          <a:bodyPr lIns="0" tIns="0" rIns="0" bIns="0" rtlCol="0" anchor="t">
            <a:spAutoFit/>
          </a:bodyPr>
          <a:lstStyle/>
          <a:p>
            <a:pPr algn="ctr">
              <a:lnSpc>
                <a:spcPts val="3359"/>
              </a:lnSpc>
            </a:pPr>
            <a:r>
              <a:rPr lang="en-US" sz="2799">
                <a:solidFill>
                  <a:srgbClr val="13394F"/>
                </a:solidFill>
                <a:latin typeface="Lexend Deca"/>
                <a:ea typeface="Lexend Deca"/>
                <a:cs typeface="Lexend Deca"/>
                <a:sym typeface="Lexend Deca"/>
              </a:rPr>
              <a:t>Provide real-time updates on flight status, including delays, boarding time, and gate information.</a:t>
            </a:r>
          </a:p>
        </p:txBody>
      </p:sp>
      <p:sp>
        <p:nvSpPr>
          <p:cNvPr id="13" name="TextBox 13"/>
          <p:cNvSpPr txBox="1"/>
          <p:nvPr/>
        </p:nvSpPr>
        <p:spPr>
          <a:xfrm>
            <a:off x="4881673" y="3393103"/>
            <a:ext cx="8524654" cy="1685925"/>
          </a:xfrm>
          <a:prstGeom prst="rect">
            <a:avLst/>
          </a:prstGeom>
        </p:spPr>
        <p:txBody>
          <a:bodyPr lIns="0" tIns="0" rIns="0" bIns="0" rtlCol="0" anchor="t">
            <a:spAutoFit/>
          </a:bodyPr>
          <a:lstStyle/>
          <a:p>
            <a:pPr algn="ctr">
              <a:lnSpc>
                <a:spcPts val="3359"/>
              </a:lnSpc>
            </a:pPr>
            <a:r>
              <a:rPr lang="en-US" sz="2799" dirty="0">
                <a:solidFill>
                  <a:srgbClr val="13394F"/>
                </a:solidFill>
                <a:latin typeface="Lexend Deca"/>
                <a:ea typeface="Lexend Deca"/>
                <a:cs typeface="Lexend Deca"/>
                <a:sym typeface="Lexend Deca"/>
              </a:rPr>
              <a:t>Allow administrators to generate reports such as:</a:t>
            </a:r>
          </a:p>
          <a:p>
            <a:pPr marL="604519" lvl="1" indent="-302260" algn="l">
              <a:lnSpc>
                <a:spcPts val="3359"/>
              </a:lnSpc>
              <a:buFont typeface="Arial"/>
              <a:buChar char="•"/>
            </a:pPr>
            <a:r>
              <a:rPr lang="en-US" sz="2799" dirty="0">
                <a:solidFill>
                  <a:srgbClr val="13394F"/>
                </a:solidFill>
                <a:latin typeface="Lexend Deca"/>
                <a:ea typeface="Lexend Deca"/>
                <a:cs typeface="Lexend Deca"/>
                <a:sym typeface="Lexend Deca"/>
              </a:rPr>
              <a:t>Booking statistics</a:t>
            </a:r>
          </a:p>
          <a:p>
            <a:pPr marL="604519" lvl="1" indent="-302260" algn="l">
              <a:lnSpc>
                <a:spcPts val="3359"/>
              </a:lnSpc>
              <a:buFont typeface="Arial"/>
              <a:buChar char="•"/>
            </a:pPr>
            <a:r>
              <a:rPr lang="en-US" sz="2799" dirty="0">
                <a:solidFill>
                  <a:srgbClr val="13394F"/>
                </a:solidFill>
                <a:latin typeface="Lexend Deca"/>
                <a:ea typeface="Lexend Deca"/>
                <a:cs typeface="Lexend Deca"/>
                <a:sym typeface="Lexend Deca"/>
              </a:rPr>
              <a:t>Popular routes</a:t>
            </a:r>
          </a:p>
          <a:p>
            <a:pPr marL="604520" lvl="1" indent="-302260" algn="l">
              <a:lnSpc>
                <a:spcPts val="3359"/>
              </a:lnSpc>
              <a:buFont typeface="Arial"/>
              <a:buChar char="•"/>
            </a:pPr>
            <a:r>
              <a:rPr lang="en-US" sz="2799" dirty="0">
                <a:solidFill>
                  <a:srgbClr val="13394F"/>
                </a:solidFill>
                <a:latin typeface="Lexend Deca"/>
                <a:ea typeface="Lexend Deca"/>
                <a:cs typeface="Lexend Deca"/>
                <a:sym typeface="Lexend Deca"/>
              </a:rPr>
              <a:t>Revenue analysis</a:t>
            </a:r>
          </a:p>
        </p:txBody>
      </p:sp>
      <p:sp>
        <p:nvSpPr>
          <p:cNvPr id="14" name="TextBox 14"/>
          <p:cNvSpPr txBox="1"/>
          <p:nvPr/>
        </p:nvSpPr>
        <p:spPr>
          <a:xfrm>
            <a:off x="11501949" y="7690467"/>
            <a:ext cx="5681151" cy="1247775"/>
          </a:xfrm>
          <a:prstGeom prst="rect">
            <a:avLst/>
          </a:prstGeom>
        </p:spPr>
        <p:txBody>
          <a:bodyPr lIns="0" tIns="0" rIns="0" bIns="0" rtlCol="0" anchor="t">
            <a:spAutoFit/>
          </a:bodyPr>
          <a:lstStyle/>
          <a:p>
            <a:pPr algn="ctr">
              <a:lnSpc>
                <a:spcPts val="3359"/>
              </a:lnSpc>
            </a:pPr>
            <a:r>
              <a:rPr lang="en-US" sz="2799">
                <a:solidFill>
                  <a:srgbClr val="13394F"/>
                </a:solidFill>
                <a:latin typeface="Lexend Deca"/>
                <a:ea typeface="Lexend Deca"/>
                <a:cs typeface="Lexend Deca"/>
                <a:sym typeface="Lexend Deca"/>
              </a:rPr>
              <a:t>Support multiple languages to improve accessibility for international users.</a:t>
            </a:r>
          </a:p>
        </p:txBody>
      </p:sp>
      <p:sp>
        <p:nvSpPr>
          <p:cNvPr id="15" name="TextBox 15"/>
          <p:cNvSpPr txBox="1"/>
          <p:nvPr/>
        </p:nvSpPr>
        <p:spPr>
          <a:xfrm>
            <a:off x="552451" y="6387240"/>
            <a:ext cx="5756848" cy="723900"/>
          </a:xfrm>
          <a:prstGeom prst="rect">
            <a:avLst/>
          </a:prstGeom>
        </p:spPr>
        <p:txBody>
          <a:bodyPr lIns="0" tIns="0" rIns="0" bIns="0" rtlCol="0" anchor="t">
            <a:spAutoFit/>
          </a:bodyPr>
          <a:lstStyle/>
          <a:p>
            <a:pPr algn="ctr">
              <a:lnSpc>
                <a:spcPts val="5759"/>
              </a:lnSpc>
            </a:pPr>
            <a:r>
              <a:rPr lang="en-US" sz="4800" b="1">
                <a:solidFill>
                  <a:srgbClr val="13394F"/>
                </a:solidFill>
                <a:latin typeface="Bebas Neue Bold"/>
                <a:ea typeface="Bebas Neue Bold"/>
                <a:cs typeface="Bebas Neue Bold"/>
                <a:sym typeface="Bebas Neue Bold"/>
              </a:rPr>
              <a:t>5.4 Real-Time Flight Status</a:t>
            </a:r>
          </a:p>
        </p:txBody>
      </p:sp>
      <p:sp>
        <p:nvSpPr>
          <p:cNvPr id="16" name="TextBox 16"/>
          <p:cNvSpPr txBox="1"/>
          <p:nvPr/>
        </p:nvSpPr>
        <p:spPr>
          <a:xfrm>
            <a:off x="5762627" y="2247900"/>
            <a:ext cx="6762752" cy="723900"/>
          </a:xfrm>
          <a:prstGeom prst="rect">
            <a:avLst/>
          </a:prstGeom>
        </p:spPr>
        <p:txBody>
          <a:bodyPr lIns="0" tIns="0" rIns="0" bIns="0" rtlCol="0" anchor="t">
            <a:spAutoFit/>
          </a:bodyPr>
          <a:lstStyle/>
          <a:p>
            <a:pPr algn="ctr">
              <a:lnSpc>
                <a:spcPts val="5759"/>
              </a:lnSpc>
            </a:pPr>
            <a:r>
              <a:rPr lang="en-US" sz="4800" b="1">
                <a:solidFill>
                  <a:srgbClr val="13394F"/>
                </a:solidFill>
                <a:latin typeface="Bebas Neue Bold"/>
                <a:ea typeface="Bebas Neue Bold"/>
                <a:cs typeface="Bebas Neue Bold"/>
                <a:sym typeface="Bebas Neue Bold"/>
              </a:rPr>
              <a:t>5.5 Admin Reports and Analytics</a:t>
            </a:r>
          </a:p>
        </p:txBody>
      </p:sp>
      <p:sp>
        <p:nvSpPr>
          <p:cNvPr id="17" name="TextBox 17"/>
          <p:cNvSpPr txBox="1"/>
          <p:nvPr/>
        </p:nvSpPr>
        <p:spPr>
          <a:xfrm>
            <a:off x="11501949" y="6387240"/>
            <a:ext cx="5757351" cy="723900"/>
          </a:xfrm>
          <a:prstGeom prst="rect">
            <a:avLst/>
          </a:prstGeom>
        </p:spPr>
        <p:txBody>
          <a:bodyPr lIns="0" tIns="0" rIns="0" bIns="0" rtlCol="0" anchor="t">
            <a:spAutoFit/>
          </a:bodyPr>
          <a:lstStyle/>
          <a:p>
            <a:pPr algn="ctr">
              <a:lnSpc>
                <a:spcPts val="5759"/>
              </a:lnSpc>
            </a:pPr>
            <a:r>
              <a:rPr lang="en-US" sz="4800" b="1">
                <a:solidFill>
                  <a:srgbClr val="13394F"/>
                </a:solidFill>
                <a:latin typeface="Bebas Neue Bold"/>
                <a:ea typeface="Bebas Neue Bold"/>
                <a:cs typeface="Bebas Neue Bold"/>
                <a:sym typeface="Bebas Neue Bold"/>
              </a:rPr>
              <a:t>5.6 Multi-Language Support</a:t>
            </a:r>
          </a:p>
        </p:txBody>
      </p:sp>
      <p:grpSp>
        <p:nvGrpSpPr>
          <p:cNvPr id="18" name="Group 18"/>
          <p:cNvGrpSpPr/>
          <p:nvPr/>
        </p:nvGrpSpPr>
        <p:grpSpPr>
          <a:xfrm>
            <a:off x="2501366" y="4296850"/>
            <a:ext cx="1924200" cy="1924200"/>
            <a:chOff x="0" y="0"/>
            <a:chExt cx="2565600" cy="2565600"/>
          </a:xfrm>
        </p:grpSpPr>
        <p:sp>
          <p:nvSpPr>
            <p:cNvPr id="19" name="Freeform 19"/>
            <p:cNvSpPr/>
            <p:nvPr/>
          </p:nvSpPr>
          <p:spPr>
            <a:xfrm>
              <a:off x="0" y="0"/>
              <a:ext cx="2565654" cy="2565654"/>
            </a:xfrm>
            <a:custGeom>
              <a:avLst/>
              <a:gdLst/>
              <a:ahLst/>
              <a:cxnLst/>
              <a:rect l="l" t="t" r="r" b="b"/>
              <a:pathLst>
                <a:path w="2565654" h="2565654">
                  <a:moveTo>
                    <a:pt x="0" y="0"/>
                  </a:moveTo>
                  <a:lnTo>
                    <a:pt x="2565654" y="0"/>
                  </a:lnTo>
                  <a:lnTo>
                    <a:pt x="2565654" y="2565654"/>
                  </a:lnTo>
                  <a:lnTo>
                    <a:pt x="0" y="2565654"/>
                  </a:lnTo>
                  <a:close/>
                </a:path>
              </a:pathLst>
            </a:custGeom>
            <a:solidFill>
              <a:srgbClr val="FFFFFF">
                <a:alpha val="11765"/>
              </a:srgbClr>
            </a:solidFill>
          </p:spPr>
          <p:txBody>
            <a:bodyPr/>
            <a:lstStyle/>
            <a:p>
              <a:endParaRPr lang="en-US"/>
            </a:p>
          </p:txBody>
        </p:sp>
      </p:grpSp>
      <p:grpSp>
        <p:nvGrpSpPr>
          <p:cNvPr id="20" name="Group 20"/>
          <p:cNvGrpSpPr/>
          <p:nvPr/>
        </p:nvGrpSpPr>
        <p:grpSpPr>
          <a:xfrm>
            <a:off x="13275376" y="4296850"/>
            <a:ext cx="1924200" cy="1924200"/>
            <a:chOff x="0" y="0"/>
            <a:chExt cx="2565600" cy="2565600"/>
          </a:xfrm>
        </p:grpSpPr>
        <p:sp>
          <p:nvSpPr>
            <p:cNvPr id="21" name="Freeform 21"/>
            <p:cNvSpPr/>
            <p:nvPr/>
          </p:nvSpPr>
          <p:spPr>
            <a:xfrm>
              <a:off x="0" y="0"/>
              <a:ext cx="2565654" cy="2565654"/>
            </a:xfrm>
            <a:custGeom>
              <a:avLst/>
              <a:gdLst/>
              <a:ahLst/>
              <a:cxnLst/>
              <a:rect l="l" t="t" r="r" b="b"/>
              <a:pathLst>
                <a:path w="2565654" h="2565654">
                  <a:moveTo>
                    <a:pt x="0" y="0"/>
                  </a:moveTo>
                  <a:lnTo>
                    <a:pt x="2565654" y="0"/>
                  </a:lnTo>
                  <a:lnTo>
                    <a:pt x="2565654" y="2565654"/>
                  </a:lnTo>
                  <a:lnTo>
                    <a:pt x="0" y="2565654"/>
                  </a:lnTo>
                  <a:close/>
                </a:path>
              </a:pathLst>
            </a:custGeom>
            <a:solidFill>
              <a:srgbClr val="FFFFFF">
                <a:alpha val="11765"/>
              </a:srgbClr>
            </a:solidFill>
          </p:spPr>
          <p:txBody>
            <a:bodyPr/>
            <a:lstStyle/>
            <a:p>
              <a:endParaRPr lang="en-US"/>
            </a:p>
          </p:txBody>
        </p:sp>
      </p:grpSp>
      <p:grpSp>
        <p:nvGrpSpPr>
          <p:cNvPr id="22" name="Group 22"/>
          <p:cNvGrpSpPr/>
          <p:nvPr/>
        </p:nvGrpSpPr>
        <p:grpSpPr>
          <a:xfrm>
            <a:off x="8181900" y="170215"/>
            <a:ext cx="1924200" cy="1924200"/>
            <a:chOff x="0" y="0"/>
            <a:chExt cx="2565600" cy="2565600"/>
          </a:xfrm>
        </p:grpSpPr>
        <p:sp>
          <p:nvSpPr>
            <p:cNvPr id="23" name="Freeform 23"/>
            <p:cNvSpPr/>
            <p:nvPr/>
          </p:nvSpPr>
          <p:spPr>
            <a:xfrm>
              <a:off x="0" y="0"/>
              <a:ext cx="2565654" cy="2565654"/>
            </a:xfrm>
            <a:custGeom>
              <a:avLst/>
              <a:gdLst/>
              <a:ahLst/>
              <a:cxnLst/>
              <a:rect l="l" t="t" r="r" b="b"/>
              <a:pathLst>
                <a:path w="2565654" h="2565654">
                  <a:moveTo>
                    <a:pt x="0" y="0"/>
                  </a:moveTo>
                  <a:lnTo>
                    <a:pt x="2565654" y="0"/>
                  </a:lnTo>
                  <a:lnTo>
                    <a:pt x="2565654" y="2565654"/>
                  </a:lnTo>
                  <a:lnTo>
                    <a:pt x="0" y="2565654"/>
                  </a:lnTo>
                  <a:close/>
                </a:path>
              </a:pathLst>
            </a:custGeom>
            <a:solidFill>
              <a:srgbClr val="FFFFFF">
                <a:alpha val="11765"/>
              </a:srgbClr>
            </a:solidFill>
          </p:spPr>
          <p:txBody>
            <a:bodyPr/>
            <a:lstStyle/>
            <a:p>
              <a:endParaRPr lang="en-US"/>
            </a:p>
          </p:txBody>
        </p:sp>
      </p:grpSp>
      <p:sp>
        <p:nvSpPr>
          <p:cNvPr id="24" name="Freeform 24"/>
          <p:cNvSpPr/>
          <p:nvPr/>
        </p:nvSpPr>
        <p:spPr>
          <a:xfrm>
            <a:off x="3055833" y="4931895"/>
            <a:ext cx="750084" cy="747060"/>
          </a:xfrm>
          <a:custGeom>
            <a:avLst/>
            <a:gdLst/>
            <a:ahLst/>
            <a:cxnLst/>
            <a:rect l="l" t="t" r="r" b="b"/>
            <a:pathLst>
              <a:path w="750084" h="747060">
                <a:moveTo>
                  <a:pt x="0" y="0"/>
                </a:moveTo>
                <a:lnTo>
                  <a:pt x="750084" y="0"/>
                </a:lnTo>
                <a:lnTo>
                  <a:pt x="750084" y="747060"/>
                </a:lnTo>
                <a:lnTo>
                  <a:pt x="0" y="747060"/>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txBody>
          <a:bodyPr/>
          <a:lstStyle/>
          <a:p>
            <a:endParaRPr lang="en-US"/>
          </a:p>
        </p:txBody>
      </p:sp>
      <p:sp>
        <p:nvSpPr>
          <p:cNvPr id="25" name="Freeform 25"/>
          <p:cNvSpPr/>
          <p:nvPr/>
        </p:nvSpPr>
        <p:spPr>
          <a:xfrm>
            <a:off x="8768958" y="758785"/>
            <a:ext cx="750084" cy="747060"/>
          </a:xfrm>
          <a:custGeom>
            <a:avLst/>
            <a:gdLst/>
            <a:ahLst/>
            <a:cxnLst/>
            <a:rect l="l" t="t" r="r" b="b"/>
            <a:pathLst>
              <a:path w="750084" h="747060">
                <a:moveTo>
                  <a:pt x="0" y="0"/>
                </a:moveTo>
                <a:lnTo>
                  <a:pt x="750084" y="0"/>
                </a:lnTo>
                <a:lnTo>
                  <a:pt x="750084" y="747060"/>
                </a:lnTo>
                <a:lnTo>
                  <a:pt x="0" y="747060"/>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txBody>
          <a:bodyPr/>
          <a:lstStyle/>
          <a:p>
            <a:endParaRPr lang="en-US"/>
          </a:p>
        </p:txBody>
      </p:sp>
      <p:sp>
        <p:nvSpPr>
          <p:cNvPr id="26" name="Freeform 26"/>
          <p:cNvSpPr/>
          <p:nvPr/>
        </p:nvSpPr>
        <p:spPr>
          <a:xfrm>
            <a:off x="13862434" y="4901670"/>
            <a:ext cx="750084" cy="747060"/>
          </a:xfrm>
          <a:custGeom>
            <a:avLst/>
            <a:gdLst/>
            <a:ahLst/>
            <a:cxnLst/>
            <a:rect l="l" t="t" r="r" b="b"/>
            <a:pathLst>
              <a:path w="750084" h="747060">
                <a:moveTo>
                  <a:pt x="0" y="0"/>
                </a:moveTo>
                <a:lnTo>
                  <a:pt x="750084" y="0"/>
                </a:lnTo>
                <a:lnTo>
                  <a:pt x="750084" y="747060"/>
                </a:lnTo>
                <a:lnTo>
                  <a:pt x="0" y="747060"/>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txBody>
          <a:bodyPr/>
          <a:lstStyle/>
          <a:p>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C8EAFF"/>
        </a:solidFill>
        <a:effectLst/>
      </p:bgPr>
    </p:bg>
    <p:spTree>
      <p:nvGrpSpPr>
        <p:cNvPr id="1" name=""/>
        <p:cNvGrpSpPr/>
        <p:nvPr/>
      </p:nvGrpSpPr>
      <p:grpSpPr>
        <a:xfrm>
          <a:off x="0" y="0"/>
          <a:ext cx="0" cy="0"/>
          <a:chOff x="0" y="0"/>
          <a:chExt cx="0" cy="0"/>
        </a:xfrm>
      </p:grpSpPr>
      <p:sp>
        <p:nvSpPr>
          <p:cNvPr id="2" name="Freeform 2"/>
          <p:cNvSpPr/>
          <p:nvPr/>
        </p:nvSpPr>
        <p:spPr>
          <a:xfrm>
            <a:off x="0" y="0"/>
            <a:ext cx="18288006" cy="10287002"/>
          </a:xfrm>
          <a:custGeom>
            <a:avLst/>
            <a:gdLst/>
            <a:ahLst/>
            <a:cxnLst/>
            <a:rect l="l" t="t" r="r" b="b"/>
            <a:pathLst>
              <a:path w="18288006" h="10287002">
                <a:moveTo>
                  <a:pt x="0" y="0"/>
                </a:moveTo>
                <a:lnTo>
                  <a:pt x="18288006" y="0"/>
                </a:lnTo>
                <a:lnTo>
                  <a:pt x="18288006" y="10287002"/>
                </a:lnTo>
                <a:lnTo>
                  <a:pt x="0" y="10287002"/>
                </a:lnTo>
                <a:lnTo>
                  <a:pt x="0" y="0"/>
                </a:lnTo>
                <a:close/>
              </a:path>
            </a:pathLst>
          </a:custGeom>
          <a:blipFill>
            <a:blip r:embed="rId3">
              <a:alphaModFix amt="57999"/>
            </a:blip>
            <a:stretch>
              <a:fillRect/>
            </a:stretch>
          </a:blipFill>
        </p:spPr>
        <p:txBody>
          <a:bodyPr/>
          <a:lstStyle/>
          <a:p>
            <a:endParaRPr lang="en-US"/>
          </a:p>
        </p:txBody>
      </p:sp>
      <p:sp>
        <p:nvSpPr>
          <p:cNvPr id="3" name="Freeform 3"/>
          <p:cNvSpPr/>
          <p:nvPr/>
        </p:nvSpPr>
        <p:spPr>
          <a:xfrm>
            <a:off x="12934952" y="-1715982"/>
            <a:ext cx="10591798" cy="4572496"/>
          </a:xfrm>
          <a:custGeom>
            <a:avLst/>
            <a:gdLst/>
            <a:ahLst/>
            <a:cxnLst/>
            <a:rect l="l" t="t" r="r" b="b"/>
            <a:pathLst>
              <a:path w="10591798" h="4572496">
                <a:moveTo>
                  <a:pt x="0" y="0"/>
                </a:moveTo>
                <a:lnTo>
                  <a:pt x="10591798" y="0"/>
                </a:lnTo>
                <a:lnTo>
                  <a:pt x="10591798" y="4572496"/>
                </a:lnTo>
                <a:lnTo>
                  <a:pt x="0" y="4572496"/>
                </a:lnTo>
                <a:lnTo>
                  <a:pt x="0" y="0"/>
                </a:lnTo>
                <a:close/>
              </a:path>
            </a:pathLst>
          </a:custGeom>
          <a:blipFill>
            <a:blip r:embed="rId4"/>
            <a:stretch>
              <a:fillRect/>
            </a:stretch>
          </a:blipFill>
        </p:spPr>
        <p:txBody>
          <a:bodyPr/>
          <a:lstStyle/>
          <a:p>
            <a:endParaRPr lang="en-US"/>
          </a:p>
        </p:txBody>
      </p:sp>
      <p:sp>
        <p:nvSpPr>
          <p:cNvPr id="4" name="Freeform 4"/>
          <p:cNvSpPr/>
          <p:nvPr/>
        </p:nvSpPr>
        <p:spPr>
          <a:xfrm>
            <a:off x="-3981448" y="-2685810"/>
            <a:ext cx="10591798" cy="5712050"/>
          </a:xfrm>
          <a:custGeom>
            <a:avLst/>
            <a:gdLst/>
            <a:ahLst/>
            <a:cxnLst/>
            <a:rect l="l" t="t" r="r" b="b"/>
            <a:pathLst>
              <a:path w="10591798" h="5712050">
                <a:moveTo>
                  <a:pt x="0" y="0"/>
                </a:moveTo>
                <a:lnTo>
                  <a:pt x="10591798" y="0"/>
                </a:lnTo>
                <a:lnTo>
                  <a:pt x="10591798" y="5712050"/>
                </a:lnTo>
                <a:lnTo>
                  <a:pt x="0" y="5712050"/>
                </a:lnTo>
                <a:lnTo>
                  <a:pt x="0" y="0"/>
                </a:lnTo>
                <a:close/>
              </a:path>
            </a:pathLst>
          </a:custGeom>
          <a:blipFill>
            <a:blip r:embed="rId5"/>
            <a:stretch>
              <a:fillRect/>
            </a:stretch>
          </a:blipFill>
        </p:spPr>
        <p:txBody>
          <a:bodyPr/>
          <a:lstStyle/>
          <a:p>
            <a:endParaRPr lang="en-US"/>
          </a:p>
        </p:txBody>
      </p:sp>
      <p:sp>
        <p:nvSpPr>
          <p:cNvPr id="5" name="Freeform 5"/>
          <p:cNvSpPr/>
          <p:nvPr/>
        </p:nvSpPr>
        <p:spPr>
          <a:xfrm>
            <a:off x="12611102" y="7111140"/>
            <a:ext cx="10591798" cy="5712050"/>
          </a:xfrm>
          <a:custGeom>
            <a:avLst/>
            <a:gdLst/>
            <a:ahLst/>
            <a:cxnLst/>
            <a:rect l="l" t="t" r="r" b="b"/>
            <a:pathLst>
              <a:path w="10591798" h="5712050">
                <a:moveTo>
                  <a:pt x="0" y="0"/>
                </a:moveTo>
                <a:lnTo>
                  <a:pt x="10591798" y="0"/>
                </a:lnTo>
                <a:lnTo>
                  <a:pt x="10591798" y="5712050"/>
                </a:lnTo>
                <a:lnTo>
                  <a:pt x="0" y="5712050"/>
                </a:lnTo>
                <a:lnTo>
                  <a:pt x="0" y="0"/>
                </a:lnTo>
                <a:close/>
              </a:path>
            </a:pathLst>
          </a:custGeom>
          <a:blipFill>
            <a:blip r:embed="rId5"/>
            <a:stretch>
              <a:fillRect/>
            </a:stretch>
          </a:blipFill>
        </p:spPr>
        <p:txBody>
          <a:bodyPr/>
          <a:lstStyle/>
          <a:p>
            <a:endParaRPr lang="en-US"/>
          </a:p>
        </p:txBody>
      </p:sp>
      <p:sp>
        <p:nvSpPr>
          <p:cNvPr id="6" name="Freeform 6"/>
          <p:cNvSpPr/>
          <p:nvPr/>
        </p:nvSpPr>
        <p:spPr>
          <a:xfrm>
            <a:off x="-4743448" y="7680942"/>
            <a:ext cx="10591798" cy="4572496"/>
          </a:xfrm>
          <a:custGeom>
            <a:avLst/>
            <a:gdLst/>
            <a:ahLst/>
            <a:cxnLst/>
            <a:rect l="l" t="t" r="r" b="b"/>
            <a:pathLst>
              <a:path w="10591798" h="4572496">
                <a:moveTo>
                  <a:pt x="0" y="0"/>
                </a:moveTo>
                <a:lnTo>
                  <a:pt x="10591798" y="0"/>
                </a:lnTo>
                <a:lnTo>
                  <a:pt x="10591798" y="4572496"/>
                </a:lnTo>
                <a:lnTo>
                  <a:pt x="0" y="4572496"/>
                </a:lnTo>
                <a:lnTo>
                  <a:pt x="0" y="0"/>
                </a:lnTo>
                <a:close/>
              </a:path>
            </a:pathLst>
          </a:custGeom>
          <a:blipFill>
            <a:blip r:embed="rId4"/>
            <a:stretch>
              <a:fillRect/>
            </a:stretch>
          </a:blipFill>
        </p:spPr>
        <p:txBody>
          <a:bodyPr/>
          <a:lstStyle/>
          <a:p>
            <a:endParaRPr lang="en-US"/>
          </a:p>
        </p:txBody>
      </p:sp>
      <p:sp>
        <p:nvSpPr>
          <p:cNvPr id="7" name="Freeform 7"/>
          <p:cNvSpPr/>
          <p:nvPr/>
        </p:nvSpPr>
        <p:spPr>
          <a:xfrm>
            <a:off x="-704850" y="2647950"/>
            <a:ext cx="1976050" cy="5314950"/>
          </a:xfrm>
          <a:custGeom>
            <a:avLst/>
            <a:gdLst/>
            <a:ahLst/>
            <a:cxnLst/>
            <a:rect l="l" t="t" r="r" b="b"/>
            <a:pathLst>
              <a:path w="1976050" h="5314950">
                <a:moveTo>
                  <a:pt x="0" y="0"/>
                </a:moveTo>
                <a:lnTo>
                  <a:pt x="1976050" y="0"/>
                </a:lnTo>
                <a:lnTo>
                  <a:pt x="1976050" y="5314950"/>
                </a:lnTo>
                <a:lnTo>
                  <a:pt x="0" y="531495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8" name="Freeform 8"/>
          <p:cNvSpPr/>
          <p:nvPr/>
        </p:nvSpPr>
        <p:spPr>
          <a:xfrm>
            <a:off x="4191000" y="9609424"/>
            <a:ext cx="11315700" cy="1077650"/>
          </a:xfrm>
          <a:custGeom>
            <a:avLst/>
            <a:gdLst/>
            <a:ahLst/>
            <a:cxnLst/>
            <a:rect l="l" t="t" r="r" b="b"/>
            <a:pathLst>
              <a:path w="11315700" h="1077650">
                <a:moveTo>
                  <a:pt x="0" y="0"/>
                </a:moveTo>
                <a:lnTo>
                  <a:pt x="11315700" y="0"/>
                </a:lnTo>
                <a:lnTo>
                  <a:pt x="11315700" y="1077650"/>
                </a:lnTo>
                <a:lnTo>
                  <a:pt x="0" y="107765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US"/>
          </a:p>
        </p:txBody>
      </p:sp>
      <p:sp>
        <p:nvSpPr>
          <p:cNvPr id="9" name="Freeform 9"/>
          <p:cNvSpPr/>
          <p:nvPr/>
        </p:nvSpPr>
        <p:spPr>
          <a:xfrm>
            <a:off x="17183100" y="-323850"/>
            <a:ext cx="1600200" cy="6591300"/>
          </a:xfrm>
          <a:custGeom>
            <a:avLst/>
            <a:gdLst/>
            <a:ahLst/>
            <a:cxnLst/>
            <a:rect l="l" t="t" r="r" b="b"/>
            <a:pathLst>
              <a:path w="1600200" h="6591300">
                <a:moveTo>
                  <a:pt x="0" y="0"/>
                </a:moveTo>
                <a:lnTo>
                  <a:pt x="1600200" y="0"/>
                </a:lnTo>
                <a:lnTo>
                  <a:pt x="1600200" y="6591300"/>
                </a:lnTo>
                <a:lnTo>
                  <a:pt x="0" y="6591300"/>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US"/>
          </a:p>
        </p:txBody>
      </p:sp>
      <p:sp>
        <p:nvSpPr>
          <p:cNvPr id="10" name="Freeform 10"/>
          <p:cNvSpPr/>
          <p:nvPr/>
        </p:nvSpPr>
        <p:spPr>
          <a:xfrm>
            <a:off x="15199535" y="8540212"/>
            <a:ext cx="3656986" cy="3945300"/>
          </a:xfrm>
          <a:custGeom>
            <a:avLst/>
            <a:gdLst/>
            <a:ahLst/>
            <a:cxnLst/>
            <a:rect l="l" t="t" r="r" b="b"/>
            <a:pathLst>
              <a:path w="3656986" h="3945300">
                <a:moveTo>
                  <a:pt x="0" y="0"/>
                </a:moveTo>
                <a:lnTo>
                  <a:pt x="3656986" y="0"/>
                </a:lnTo>
                <a:lnTo>
                  <a:pt x="3656986" y="3945300"/>
                </a:lnTo>
                <a:lnTo>
                  <a:pt x="0" y="3945300"/>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endParaRPr lang="en-US"/>
          </a:p>
        </p:txBody>
      </p:sp>
      <p:sp>
        <p:nvSpPr>
          <p:cNvPr id="11" name="Freeform 11"/>
          <p:cNvSpPr/>
          <p:nvPr/>
        </p:nvSpPr>
        <p:spPr>
          <a:xfrm>
            <a:off x="-1455663" y="-951888"/>
            <a:ext cx="3723316" cy="3670936"/>
          </a:xfrm>
          <a:custGeom>
            <a:avLst/>
            <a:gdLst/>
            <a:ahLst/>
            <a:cxnLst/>
            <a:rect l="l" t="t" r="r" b="b"/>
            <a:pathLst>
              <a:path w="3723316" h="3670936">
                <a:moveTo>
                  <a:pt x="0" y="0"/>
                </a:moveTo>
                <a:lnTo>
                  <a:pt x="3723317" y="0"/>
                </a:lnTo>
                <a:lnTo>
                  <a:pt x="3723317" y="3670935"/>
                </a:lnTo>
                <a:lnTo>
                  <a:pt x="0" y="3670935"/>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endParaRPr lang="en-US"/>
          </a:p>
        </p:txBody>
      </p:sp>
      <p:sp>
        <p:nvSpPr>
          <p:cNvPr id="12" name="TextBox 12"/>
          <p:cNvSpPr txBox="1"/>
          <p:nvPr/>
        </p:nvSpPr>
        <p:spPr>
          <a:xfrm>
            <a:off x="0" y="7572375"/>
            <a:ext cx="10084250" cy="1685925"/>
          </a:xfrm>
          <a:prstGeom prst="rect">
            <a:avLst/>
          </a:prstGeom>
        </p:spPr>
        <p:txBody>
          <a:bodyPr lIns="0" tIns="0" rIns="0" bIns="0" rtlCol="0" anchor="t">
            <a:spAutoFit/>
          </a:bodyPr>
          <a:lstStyle/>
          <a:p>
            <a:pPr algn="ctr">
              <a:lnSpc>
                <a:spcPts val="3359"/>
              </a:lnSpc>
            </a:pPr>
            <a:r>
              <a:rPr lang="en-US" sz="2799">
                <a:solidFill>
                  <a:srgbClr val="13394F"/>
                </a:solidFill>
                <a:latin typeface="Lexend Deca"/>
                <a:ea typeface="Lexend Deca"/>
                <a:cs typeface="Lexend Deca"/>
                <a:sym typeface="Lexend Deca"/>
              </a:rPr>
              <a:t>Introduce more detailed roles and permissions, such as:</a:t>
            </a:r>
          </a:p>
          <a:p>
            <a:pPr marL="604519" lvl="1" indent="-302260" algn="l">
              <a:lnSpc>
                <a:spcPts val="3359"/>
              </a:lnSpc>
              <a:buFont typeface="Arial"/>
              <a:buChar char="•"/>
            </a:pPr>
            <a:r>
              <a:rPr lang="en-US" sz="2799">
                <a:solidFill>
                  <a:srgbClr val="13394F"/>
                </a:solidFill>
                <a:latin typeface="Lexend Deca"/>
                <a:ea typeface="Lexend Deca"/>
                <a:cs typeface="Lexend Deca"/>
                <a:sym typeface="Lexend Deca"/>
              </a:rPr>
              <a:t>Super Admin</a:t>
            </a:r>
          </a:p>
          <a:p>
            <a:pPr marL="604519" lvl="1" indent="-302260" algn="l">
              <a:lnSpc>
                <a:spcPts val="3359"/>
              </a:lnSpc>
              <a:buFont typeface="Arial"/>
              <a:buChar char="•"/>
            </a:pPr>
            <a:r>
              <a:rPr lang="en-US" sz="2799">
                <a:solidFill>
                  <a:srgbClr val="13394F"/>
                </a:solidFill>
                <a:latin typeface="Lexend Deca"/>
                <a:ea typeface="Lexend Deca"/>
                <a:cs typeface="Lexend Deca"/>
                <a:sym typeface="Lexend Deca"/>
              </a:rPr>
              <a:t>Customer Support Staff</a:t>
            </a:r>
          </a:p>
          <a:p>
            <a:pPr algn="ctr">
              <a:lnSpc>
                <a:spcPts val="3359"/>
              </a:lnSpc>
            </a:pPr>
            <a:endParaRPr lang="en-US" sz="2799">
              <a:solidFill>
                <a:srgbClr val="13394F"/>
              </a:solidFill>
              <a:latin typeface="Lexend Deca"/>
              <a:ea typeface="Lexend Deca"/>
              <a:cs typeface="Lexend Deca"/>
              <a:sym typeface="Lexend Deca"/>
            </a:endParaRPr>
          </a:p>
        </p:txBody>
      </p:sp>
      <p:sp>
        <p:nvSpPr>
          <p:cNvPr id="13" name="TextBox 13"/>
          <p:cNvSpPr txBox="1"/>
          <p:nvPr/>
        </p:nvSpPr>
        <p:spPr>
          <a:xfrm>
            <a:off x="6513809" y="3357222"/>
            <a:ext cx="5260381" cy="1247775"/>
          </a:xfrm>
          <a:prstGeom prst="rect">
            <a:avLst/>
          </a:prstGeom>
        </p:spPr>
        <p:txBody>
          <a:bodyPr lIns="0" tIns="0" rIns="0" bIns="0" rtlCol="0" anchor="t">
            <a:spAutoFit/>
          </a:bodyPr>
          <a:lstStyle/>
          <a:p>
            <a:pPr algn="ctr">
              <a:lnSpc>
                <a:spcPts val="3359"/>
              </a:lnSpc>
            </a:pPr>
            <a:r>
              <a:rPr lang="en-US" sz="2799">
                <a:solidFill>
                  <a:srgbClr val="13394F"/>
                </a:solidFill>
                <a:latin typeface="Lexend Deca"/>
                <a:ea typeface="Lexend Deca"/>
                <a:cs typeface="Lexend Deca"/>
                <a:sym typeface="Lexend Deca"/>
              </a:rPr>
              <a:t>Develop a mobile application version of the system for Android and iOS platforms.</a:t>
            </a:r>
          </a:p>
        </p:txBody>
      </p:sp>
      <p:sp>
        <p:nvSpPr>
          <p:cNvPr id="14" name="TextBox 14"/>
          <p:cNvSpPr txBox="1"/>
          <p:nvPr/>
        </p:nvSpPr>
        <p:spPr>
          <a:xfrm>
            <a:off x="11472225" y="7689850"/>
            <a:ext cx="5530502" cy="1247775"/>
          </a:xfrm>
          <a:prstGeom prst="rect">
            <a:avLst/>
          </a:prstGeom>
        </p:spPr>
        <p:txBody>
          <a:bodyPr lIns="0" tIns="0" rIns="0" bIns="0" rtlCol="0" anchor="t">
            <a:spAutoFit/>
          </a:bodyPr>
          <a:lstStyle/>
          <a:p>
            <a:pPr algn="ctr">
              <a:lnSpc>
                <a:spcPts val="3359"/>
              </a:lnSpc>
            </a:pPr>
            <a:r>
              <a:rPr lang="en-US" sz="2799">
                <a:solidFill>
                  <a:srgbClr val="13394F"/>
                </a:solidFill>
                <a:latin typeface="Lexend Deca"/>
                <a:ea typeface="Lexend Deca"/>
                <a:cs typeface="Lexend Deca"/>
                <a:sym typeface="Lexend Deca"/>
              </a:rPr>
              <a:t>Introduce loyalty programs, promo codes, and discounts for frequent travelers.</a:t>
            </a:r>
          </a:p>
        </p:txBody>
      </p:sp>
      <p:sp>
        <p:nvSpPr>
          <p:cNvPr id="15" name="TextBox 15"/>
          <p:cNvSpPr txBox="1"/>
          <p:nvPr/>
        </p:nvSpPr>
        <p:spPr>
          <a:xfrm>
            <a:off x="0" y="6461125"/>
            <a:ext cx="9519045" cy="723900"/>
          </a:xfrm>
          <a:prstGeom prst="rect">
            <a:avLst/>
          </a:prstGeom>
        </p:spPr>
        <p:txBody>
          <a:bodyPr lIns="0" tIns="0" rIns="0" bIns="0" rtlCol="0" anchor="t">
            <a:spAutoFit/>
          </a:bodyPr>
          <a:lstStyle/>
          <a:p>
            <a:pPr algn="ctr">
              <a:lnSpc>
                <a:spcPts val="5759"/>
              </a:lnSpc>
            </a:pPr>
            <a:r>
              <a:rPr lang="en-US" sz="4800" b="1">
                <a:solidFill>
                  <a:srgbClr val="13394F"/>
                </a:solidFill>
                <a:latin typeface="Bebas Neue Bold"/>
                <a:ea typeface="Bebas Neue Bold"/>
                <a:cs typeface="Bebas Neue Bold"/>
                <a:sym typeface="Bebas Neue Bold"/>
              </a:rPr>
              <a:t>5.7 Role-Based Access Control Enhancement</a:t>
            </a:r>
          </a:p>
        </p:txBody>
      </p:sp>
      <p:sp>
        <p:nvSpPr>
          <p:cNvPr id="16" name="TextBox 16"/>
          <p:cNvSpPr txBox="1"/>
          <p:nvPr/>
        </p:nvSpPr>
        <p:spPr>
          <a:xfrm>
            <a:off x="5948927" y="2357097"/>
            <a:ext cx="6390151" cy="723900"/>
          </a:xfrm>
          <a:prstGeom prst="rect">
            <a:avLst/>
          </a:prstGeom>
        </p:spPr>
        <p:txBody>
          <a:bodyPr lIns="0" tIns="0" rIns="0" bIns="0" rtlCol="0" anchor="t">
            <a:spAutoFit/>
          </a:bodyPr>
          <a:lstStyle/>
          <a:p>
            <a:pPr algn="ctr">
              <a:lnSpc>
                <a:spcPts val="5759"/>
              </a:lnSpc>
            </a:pPr>
            <a:r>
              <a:rPr lang="en-US" sz="4800" b="1">
                <a:solidFill>
                  <a:srgbClr val="13394F"/>
                </a:solidFill>
                <a:latin typeface="Bebas Neue Bold"/>
                <a:ea typeface="Bebas Neue Bold"/>
                <a:cs typeface="Bebas Neue Bold"/>
                <a:sym typeface="Bebas Neue Bold"/>
              </a:rPr>
              <a:t>5.8 Mobile Application Support</a:t>
            </a:r>
          </a:p>
        </p:txBody>
      </p:sp>
      <p:sp>
        <p:nvSpPr>
          <p:cNvPr id="17" name="TextBox 17"/>
          <p:cNvSpPr txBox="1"/>
          <p:nvPr/>
        </p:nvSpPr>
        <p:spPr>
          <a:xfrm>
            <a:off x="10925348" y="6461125"/>
            <a:ext cx="6624256" cy="723900"/>
          </a:xfrm>
          <a:prstGeom prst="rect">
            <a:avLst/>
          </a:prstGeom>
        </p:spPr>
        <p:txBody>
          <a:bodyPr lIns="0" tIns="0" rIns="0" bIns="0" rtlCol="0" anchor="t">
            <a:spAutoFit/>
          </a:bodyPr>
          <a:lstStyle/>
          <a:p>
            <a:pPr algn="ctr">
              <a:lnSpc>
                <a:spcPts val="5759"/>
              </a:lnSpc>
            </a:pPr>
            <a:r>
              <a:rPr lang="en-US" sz="4800" b="1">
                <a:solidFill>
                  <a:srgbClr val="13394F"/>
                </a:solidFill>
                <a:latin typeface="Bebas Neue Bold"/>
                <a:ea typeface="Bebas Neue Bold"/>
                <a:cs typeface="Bebas Neue Bold"/>
                <a:sym typeface="Bebas Neue Bold"/>
              </a:rPr>
              <a:t>5.9 Loyalty and Discount System</a:t>
            </a:r>
          </a:p>
        </p:txBody>
      </p:sp>
      <p:grpSp>
        <p:nvGrpSpPr>
          <p:cNvPr id="18" name="Group 18"/>
          <p:cNvGrpSpPr/>
          <p:nvPr/>
        </p:nvGrpSpPr>
        <p:grpSpPr>
          <a:xfrm>
            <a:off x="3463466" y="4296850"/>
            <a:ext cx="1924200" cy="1924200"/>
            <a:chOff x="0" y="0"/>
            <a:chExt cx="2565600" cy="2565600"/>
          </a:xfrm>
        </p:grpSpPr>
        <p:sp>
          <p:nvSpPr>
            <p:cNvPr id="19" name="Freeform 19"/>
            <p:cNvSpPr/>
            <p:nvPr/>
          </p:nvSpPr>
          <p:spPr>
            <a:xfrm>
              <a:off x="0" y="0"/>
              <a:ext cx="2565654" cy="2565654"/>
            </a:xfrm>
            <a:custGeom>
              <a:avLst/>
              <a:gdLst/>
              <a:ahLst/>
              <a:cxnLst/>
              <a:rect l="l" t="t" r="r" b="b"/>
              <a:pathLst>
                <a:path w="2565654" h="2565654">
                  <a:moveTo>
                    <a:pt x="0" y="0"/>
                  </a:moveTo>
                  <a:lnTo>
                    <a:pt x="2565654" y="0"/>
                  </a:lnTo>
                  <a:lnTo>
                    <a:pt x="2565654" y="2565654"/>
                  </a:lnTo>
                  <a:lnTo>
                    <a:pt x="0" y="2565654"/>
                  </a:lnTo>
                  <a:close/>
                </a:path>
              </a:pathLst>
            </a:custGeom>
            <a:solidFill>
              <a:srgbClr val="FFFFFF">
                <a:alpha val="11765"/>
              </a:srgbClr>
            </a:solidFill>
          </p:spPr>
          <p:txBody>
            <a:bodyPr/>
            <a:lstStyle/>
            <a:p>
              <a:endParaRPr lang="en-US"/>
            </a:p>
          </p:txBody>
        </p:sp>
      </p:grpSp>
      <p:grpSp>
        <p:nvGrpSpPr>
          <p:cNvPr id="20" name="Group 20"/>
          <p:cNvGrpSpPr/>
          <p:nvPr/>
        </p:nvGrpSpPr>
        <p:grpSpPr>
          <a:xfrm>
            <a:off x="13275376" y="4296850"/>
            <a:ext cx="1924200" cy="1924200"/>
            <a:chOff x="0" y="0"/>
            <a:chExt cx="2565600" cy="2565600"/>
          </a:xfrm>
        </p:grpSpPr>
        <p:sp>
          <p:nvSpPr>
            <p:cNvPr id="21" name="Freeform 21"/>
            <p:cNvSpPr/>
            <p:nvPr/>
          </p:nvSpPr>
          <p:spPr>
            <a:xfrm>
              <a:off x="0" y="0"/>
              <a:ext cx="2565654" cy="2565654"/>
            </a:xfrm>
            <a:custGeom>
              <a:avLst/>
              <a:gdLst/>
              <a:ahLst/>
              <a:cxnLst/>
              <a:rect l="l" t="t" r="r" b="b"/>
              <a:pathLst>
                <a:path w="2565654" h="2565654">
                  <a:moveTo>
                    <a:pt x="0" y="0"/>
                  </a:moveTo>
                  <a:lnTo>
                    <a:pt x="2565654" y="0"/>
                  </a:lnTo>
                  <a:lnTo>
                    <a:pt x="2565654" y="2565654"/>
                  </a:lnTo>
                  <a:lnTo>
                    <a:pt x="0" y="2565654"/>
                  </a:lnTo>
                  <a:close/>
                </a:path>
              </a:pathLst>
            </a:custGeom>
            <a:solidFill>
              <a:srgbClr val="FFFFFF">
                <a:alpha val="11765"/>
              </a:srgbClr>
            </a:solidFill>
          </p:spPr>
          <p:txBody>
            <a:bodyPr/>
            <a:lstStyle/>
            <a:p>
              <a:endParaRPr lang="en-US"/>
            </a:p>
          </p:txBody>
        </p:sp>
      </p:grpSp>
      <p:grpSp>
        <p:nvGrpSpPr>
          <p:cNvPr id="22" name="Group 22"/>
          <p:cNvGrpSpPr/>
          <p:nvPr/>
        </p:nvGrpSpPr>
        <p:grpSpPr>
          <a:xfrm>
            <a:off x="8181903" y="170215"/>
            <a:ext cx="1924200" cy="1924200"/>
            <a:chOff x="0" y="0"/>
            <a:chExt cx="2565600" cy="2565600"/>
          </a:xfrm>
        </p:grpSpPr>
        <p:sp>
          <p:nvSpPr>
            <p:cNvPr id="23" name="Freeform 23"/>
            <p:cNvSpPr/>
            <p:nvPr/>
          </p:nvSpPr>
          <p:spPr>
            <a:xfrm>
              <a:off x="0" y="0"/>
              <a:ext cx="2565654" cy="2565654"/>
            </a:xfrm>
            <a:custGeom>
              <a:avLst/>
              <a:gdLst/>
              <a:ahLst/>
              <a:cxnLst/>
              <a:rect l="l" t="t" r="r" b="b"/>
              <a:pathLst>
                <a:path w="2565654" h="2565654">
                  <a:moveTo>
                    <a:pt x="0" y="0"/>
                  </a:moveTo>
                  <a:lnTo>
                    <a:pt x="2565654" y="0"/>
                  </a:lnTo>
                  <a:lnTo>
                    <a:pt x="2565654" y="2565654"/>
                  </a:lnTo>
                  <a:lnTo>
                    <a:pt x="0" y="2565654"/>
                  </a:lnTo>
                  <a:close/>
                </a:path>
              </a:pathLst>
            </a:custGeom>
            <a:solidFill>
              <a:srgbClr val="FFFFFF">
                <a:alpha val="11765"/>
              </a:srgbClr>
            </a:solidFill>
          </p:spPr>
          <p:txBody>
            <a:bodyPr/>
            <a:lstStyle/>
            <a:p>
              <a:endParaRPr lang="en-US"/>
            </a:p>
          </p:txBody>
        </p:sp>
      </p:grpSp>
      <p:sp>
        <p:nvSpPr>
          <p:cNvPr id="24" name="Freeform 24"/>
          <p:cNvSpPr/>
          <p:nvPr/>
        </p:nvSpPr>
        <p:spPr>
          <a:xfrm>
            <a:off x="4050524" y="4885420"/>
            <a:ext cx="750084" cy="747060"/>
          </a:xfrm>
          <a:custGeom>
            <a:avLst/>
            <a:gdLst/>
            <a:ahLst/>
            <a:cxnLst/>
            <a:rect l="l" t="t" r="r" b="b"/>
            <a:pathLst>
              <a:path w="750084" h="747060">
                <a:moveTo>
                  <a:pt x="0" y="0"/>
                </a:moveTo>
                <a:lnTo>
                  <a:pt x="750084" y="0"/>
                </a:lnTo>
                <a:lnTo>
                  <a:pt x="750084" y="747060"/>
                </a:lnTo>
                <a:lnTo>
                  <a:pt x="0" y="747060"/>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txBody>
          <a:bodyPr/>
          <a:lstStyle/>
          <a:p>
            <a:endParaRPr lang="en-US"/>
          </a:p>
        </p:txBody>
      </p:sp>
      <p:sp>
        <p:nvSpPr>
          <p:cNvPr id="25" name="Freeform 25"/>
          <p:cNvSpPr/>
          <p:nvPr/>
        </p:nvSpPr>
        <p:spPr>
          <a:xfrm>
            <a:off x="8768961" y="655170"/>
            <a:ext cx="750084" cy="747060"/>
          </a:xfrm>
          <a:custGeom>
            <a:avLst/>
            <a:gdLst/>
            <a:ahLst/>
            <a:cxnLst/>
            <a:rect l="l" t="t" r="r" b="b"/>
            <a:pathLst>
              <a:path w="750084" h="747060">
                <a:moveTo>
                  <a:pt x="0" y="0"/>
                </a:moveTo>
                <a:lnTo>
                  <a:pt x="750084" y="0"/>
                </a:lnTo>
                <a:lnTo>
                  <a:pt x="750084" y="747060"/>
                </a:lnTo>
                <a:lnTo>
                  <a:pt x="0" y="747060"/>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txBody>
          <a:bodyPr/>
          <a:lstStyle/>
          <a:p>
            <a:endParaRPr lang="en-US"/>
          </a:p>
        </p:txBody>
      </p:sp>
      <p:sp>
        <p:nvSpPr>
          <p:cNvPr id="26" name="Freeform 26"/>
          <p:cNvSpPr/>
          <p:nvPr/>
        </p:nvSpPr>
        <p:spPr>
          <a:xfrm>
            <a:off x="13862434" y="4901670"/>
            <a:ext cx="750084" cy="747060"/>
          </a:xfrm>
          <a:custGeom>
            <a:avLst/>
            <a:gdLst/>
            <a:ahLst/>
            <a:cxnLst/>
            <a:rect l="l" t="t" r="r" b="b"/>
            <a:pathLst>
              <a:path w="750084" h="747060">
                <a:moveTo>
                  <a:pt x="0" y="0"/>
                </a:moveTo>
                <a:lnTo>
                  <a:pt x="750084" y="0"/>
                </a:lnTo>
                <a:lnTo>
                  <a:pt x="750084" y="747060"/>
                </a:lnTo>
                <a:lnTo>
                  <a:pt x="0" y="747060"/>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txBody>
          <a:bodyPr/>
          <a:lstStyle/>
          <a:p>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C8EAFF"/>
        </a:solidFill>
        <a:effectLst/>
      </p:bgPr>
    </p:bg>
    <p:spTree>
      <p:nvGrpSpPr>
        <p:cNvPr id="1" name=""/>
        <p:cNvGrpSpPr/>
        <p:nvPr/>
      </p:nvGrpSpPr>
      <p:grpSpPr>
        <a:xfrm>
          <a:off x="0" y="0"/>
          <a:ext cx="0" cy="0"/>
          <a:chOff x="0" y="0"/>
          <a:chExt cx="0" cy="0"/>
        </a:xfrm>
      </p:grpSpPr>
      <p:sp>
        <p:nvSpPr>
          <p:cNvPr id="2" name="Freeform 2"/>
          <p:cNvSpPr/>
          <p:nvPr/>
        </p:nvSpPr>
        <p:spPr>
          <a:xfrm>
            <a:off x="0" y="0"/>
            <a:ext cx="18288006" cy="10287002"/>
          </a:xfrm>
          <a:custGeom>
            <a:avLst/>
            <a:gdLst/>
            <a:ahLst/>
            <a:cxnLst/>
            <a:rect l="l" t="t" r="r" b="b"/>
            <a:pathLst>
              <a:path w="18288006" h="10287002">
                <a:moveTo>
                  <a:pt x="0" y="0"/>
                </a:moveTo>
                <a:lnTo>
                  <a:pt x="18288006" y="0"/>
                </a:lnTo>
                <a:lnTo>
                  <a:pt x="18288006" y="10287002"/>
                </a:lnTo>
                <a:lnTo>
                  <a:pt x="0" y="10287002"/>
                </a:lnTo>
                <a:lnTo>
                  <a:pt x="0" y="0"/>
                </a:lnTo>
                <a:close/>
              </a:path>
            </a:pathLst>
          </a:custGeom>
          <a:blipFill>
            <a:blip r:embed="rId3">
              <a:alphaModFix amt="57999"/>
            </a:blip>
            <a:stretch>
              <a:fillRect/>
            </a:stretch>
          </a:blipFill>
        </p:spPr>
        <p:txBody>
          <a:bodyPr/>
          <a:lstStyle/>
          <a:p>
            <a:endParaRPr lang="en-US"/>
          </a:p>
        </p:txBody>
      </p:sp>
      <p:sp>
        <p:nvSpPr>
          <p:cNvPr id="3" name="Freeform 3"/>
          <p:cNvSpPr/>
          <p:nvPr/>
        </p:nvSpPr>
        <p:spPr>
          <a:xfrm>
            <a:off x="-3752848" y="1672294"/>
            <a:ext cx="10591802" cy="4732396"/>
          </a:xfrm>
          <a:custGeom>
            <a:avLst/>
            <a:gdLst/>
            <a:ahLst/>
            <a:cxnLst/>
            <a:rect l="l" t="t" r="r" b="b"/>
            <a:pathLst>
              <a:path w="10591802" h="4732396">
                <a:moveTo>
                  <a:pt x="0" y="0"/>
                </a:moveTo>
                <a:lnTo>
                  <a:pt x="10591802" y="0"/>
                </a:lnTo>
                <a:lnTo>
                  <a:pt x="10591802" y="4732396"/>
                </a:lnTo>
                <a:lnTo>
                  <a:pt x="0" y="4732396"/>
                </a:lnTo>
                <a:lnTo>
                  <a:pt x="0" y="0"/>
                </a:lnTo>
                <a:close/>
              </a:path>
            </a:pathLst>
          </a:custGeom>
          <a:blipFill>
            <a:blip r:embed="rId4"/>
            <a:stretch>
              <a:fillRect/>
            </a:stretch>
          </a:blipFill>
        </p:spPr>
        <p:txBody>
          <a:bodyPr/>
          <a:lstStyle/>
          <a:p>
            <a:endParaRPr lang="en-US"/>
          </a:p>
        </p:txBody>
      </p:sp>
      <p:sp>
        <p:nvSpPr>
          <p:cNvPr id="4" name="Freeform 4"/>
          <p:cNvSpPr/>
          <p:nvPr/>
        </p:nvSpPr>
        <p:spPr>
          <a:xfrm>
            <a:off x="11451352" y="-650896"/>
            <a:ext cx="10591798" cy="4503776"/>
          </a:xfrm>
          <a:custGeom>
            <a:avLst/>
            <a:gdLst/>
            <a:ahLst/>
            <a:cxnLst/>
            <a:rect l="l" t="t" r="r" b="b"/>
            <a:pathLst>
              <a:path w="10591798" h="4503776">
                <a:moveTo>
                  <a:pt x="0" y="0"/>
                </a:moveTo>
                <a:lnTo>
                  <a:pt x="10591798" y="0"/>
                </a:lnTo>
                <a:lnTo>
                  <a:pt x="10591798" y="4503776"/>
                </a:lnTo>
                <a:lnTo>
                  <a:pt x="0" y="4503776"/>
                </a:lnTo>
                <a:lnTo>
                  <a:pt x="0" y="0"/>
                </a:lnTo>
                <a:close/>
              </a:path>
            </a:pathLst>
          </a:custGeom>
          <a:blipFill>
            <a:blip r:embed="rId5"/>
            <a:stretch>
              <a:fillRect/>
            </a:stretch>
          </a:blipFill>
        </p:spPr>
        <p:txBody>
          <a:bodyPr/>
          <a:lstStyle/>
          <a:p>
            <a:endParaRPr lang="en-US"/>
          </a:p>
        </p:txBody>
      </p:sp>
      <p:sp>
        <p:nvSpPr>
          <p:cNvPr id="5" name="Freeform 5"/>
          <p:cNvSpPr/>
          <p:nvPr/>
        </p:nvSpPr>
        <p:spPr>
          <a:xfrm>
            <a:off x="2990852" y="-650880"/>
            <a:ext cx="10591796" cy="4814492"/>
          </a:xfrm>
          <a:custGeom>
            <a:avLst/>
            <a:gdLst/>
            <a:ahLst/>
            <a:cxnLst/>
            <a:rect l="l" t="t" r="r" b="b"/>
            <a:pathLst>
              <a:path w="10591796" h="4814492">
                <a:moveTo>
                  <a:pt x="0" y="0"/>
                </a:moveTo>
                <a:lnTo>
                  <a:pt x="10591796" y="0"/>
                </a:lnTo>
                <a:lnTo>
                  <a:pt x="10591796" y="4814492"/>
                </a:lnTo>
                <a:lnTo>
                  <a:pt x="0" y="4814492"/>
                </a:lnTo>
                <a:lnTo>
                  <a:pt x="0" y="0"/>
                </a:lnTo>
                <a:close/>
              </a:path>
            </a:pathLst>
          </a:custGeom>
          <a:blipFill>
            <a:blip r:embed="rId6"/>
            <a:stretch>
              <a:fillRect/>
            </a:stretch>
          </a:blipFill>
        </p:spPr>
        <p:txBody>
          <a:bodyPr/>
          <a:lstStyle/>
          <a:p>
            <a:endParaRPr lang="en-US"/>
          </a:p>
        </p:txBody>
      </p:sp>
      <p:sp>
        <p:nvSpPr>
          <p:cNvPr id="6" name="Freeform 6"/>
          <p:cNvSpPr/>
          <p:nvPr/>
        </p:nvSpPr>
        <p:spPr>
          <a:xfrm>
            <a:off x="-3162298" y="6404712"/>
            <a:ext cx="10591798" cy="5081356"/>
          </a:xfrm>
          <a:custGeom>
            <a:avLst/>
            <a:gdLst/>
            <a:ahLst/>
            <a:cxnLst/>
            <a:rect l="l" t="t" r="r" b="b"/>
            <a:pathLst>
              <a:path w="10591798" h="5081356">
                <a:moveTo>
                  <a:pt x="0" y="0"/>
                </a:moveTo>
                <a:lnTo>
                  <a:pt x="10591798" y="0"/>
                </a:lnTo>
                <a:lnTo>
                  <a:pt x="10591798" y="5081356"/>
                </a:lnTo>
                <a:lnTo>
                  <a:pt x="0" y="5081356"/>
                </a:lnTo>
                <a:lnTo>
                  <a:pt x="0" y="0"/>
                </a:lnTo>
                <a:close/>
              </a:path>
            </a:pathLst>
          </a:custGeom>
          <a:blipFill>
            <a:blip r:embed="rId7"/>
            <a:stretch>
              <a:fillRect/>
            </a:stretch>
          </a:blipFill>
        </p:spPr>
        <p:txBody>
          <a:bodyPr/>
          <a:lstStyle/>
          <a:p>
            <a:endParaRPr lang="en-US"/>
          </a:p>
        </p:txBody>
      </p:sp>
      <p:sp>
        <p:nvSpPr>
          <p:cNvPr id="7" name="TextBox 7"/>
          <p:cNvSpPr txBox="1"/>
          <p:nvPr/>
        </p:nvSpPr>
        <p:spPr>
          <a:xfrm>
            <a:off x="3693204" y="6439700"/>
            <a:ext cx="13076871" cy="1847850"/>
          </a:xfrm>
          <a:prstGeom prst="rect">
            <a:avLst/>
          </a:prstGeom>
        </p:spPr>
        <p:txBody>
          <a:bodyPr lIns="0" tIns="0" rIns="0" bIns="0" rtlCol="0" anchor="t">
            <a:spAutoFit/>
          </a:bodyPr>
          <a:lstStyle/>
          <a:p>
            <a:pPr algn="r">
              <a:lnSpc>
                <a:spcPts val="14400"/>
              </a:lnSpc>
            </a:pPr>
            <a:r>
              <a:rPr lang="en-US" sz="12000">
                <a:solidFill>
                  <a:srgbClr val="13394F"/>
                </a:solidFill>
                <a:latin typeface="Bebas Neue"/>
                <a:ea typeface="Bebas Neue"/>
                <a:cs typeface="Bebas Neue"/>
                <a:sym typeface="Bebas Neue"/>
              </a:rPr>
              <a:t> Conclusion </a:t>
            </a:r>
          </a:p>
        </p:txBody>
      </p:sp>
      <p:sp>
        <p:nvSpPr>
          <p:cNvPr id="8" name="TextBox 8"/>
          <p:cNvSpPr txBox="1"/>
          <p:nvPr/>
        </p:nvSpPr>
        <p:spPr>
          <a:xfrm>
            <a:off x="15160700" y="4661250"/>
            <a:ext cx="1618950" cy="1847850"/>
          </a:xfrm>
          <a:prstGeom prst="rect">
            <a:avLst/>
          </a:prstGeom>
        </p:spPr>
        <p:txBody>
          <a:bodyPr lIns="0" tIns="0" rIns="0" bIns="0" rtlCol="0" anchor="t">
            <a:spAutoFit/>
          </a:bodyPr>
          <a:lstStyle/>
          <a:p>
            <a:pPr algn="ctr">
              <a:lnSpc>
                <a:spcPts val="14400"/>
              </a:lnSpc>
            </a:pPr>
            <a:r>
              <a:rPr lang="en-US" sz="12000">
                <a:solidFill>
                  <a:srgbClr val="13394F"/>
                </a:solidFill>
                <a:latin typeface="Bebas Neue"/>
                <a:ea typeface="Bebas Neue"/>
                <a:cs typeface="Bebas Neue"/>
                <a:sym typeface="Bebas Neue"/>
              </a:rPr>
              <a:t>06</a:t>
            </a:r>
          </a:p>
        </p:txBody>
      </p:sp>
      <p:sp>
        <p:nvSpPr>
          <p:cNvPr id="9" name="Freeform 9"/>
          <p:cNvSpPr/>
          <p:nvPr/>
        </p:nvSpPr>
        <p:spPr>
          <a:xfrm>
            <a:off x="8303506" y="2822886"/>
            <a:ext cx="3527203" cy="3345634"/>
          </a:xfrm>
          <a:custGeom>
            <a:avLst/>
            <a:gdLst/>
            <a:ahLst/>
            <a:cxnLst/>
            <a:rect l="l" t="t" r="r" b="b"/>
            <a:pathLst>
              <a:path w="3527203" h="3345634">
                <a:moveTo>
                  <a:pt x="0" y="0"/>
                </a:moveTo>
                <a:lnTo>
                  <a:pt x="3527203" y="0"/>
                </a:lnTo>
                <a:lnTo>
                  <a:pt x="3527203" y="3345634"/>
                </a:lnTo>
                <a:lnTo>
                  <a:pt x="0" y="3345634"/>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US"/>
          </a:p>
        </p:txBody>
      </p:sp>
      <p:sp>
        <p:nvSpPr>
          <p:cNvPr id="10" name="Freeform 10"/>
          <p:cNvSpPr/>
          <p:nvPr/>
        </p:nvSpPr>
        <p:spPr>
          <a:xfrm>
            <a:off x="1279988" y="-781025"/>
            <a:ext cx="4674275" cy="5126472"/>
          </a:xfrm>
          <a:custGeom>
            <a:avLst/>
            <a:gdLst/>
            <a:ahLst/>
            <a:cxnLst/>
            <a:rect l="l" t="t" r="r" b="b"/>
            <a:pathLst>
              <a:path w="4674275" h="5126472">
                <a:moveTo>
                  <a:pt x="0" y="0"/>
                </a:moveTo>
                <a:lnTo>
                  <a:pt x="4674275" y="0"/>
                </a:lnTo>
                <a:lnTo>
                  <a:pt x="4674275" y="5126472"/>
                </a:lnTo>
                <a:lnTo>
                  <a:pt x="0" y="5126472"/>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US"/>
          </a:p>
        </p:txBody>
      </p:sp>
      <p:sp>
        <p:nvSpPr>
          <p:cNvPr id="11" name="Freeform 11"/>
          <p:cNvSpPr/>
          <p:nvPr/>
        </p:nvSpPr>
        <p:spPr>
          <a:xfrm>
            <a:off x="5372100" y="1136252"/>
            <a:ext cx="15087600" cy="1742950"/>
          </a:xfrm>
          <a:custGeom>
            <a:avLst/>
            <a:gdLst/>
            <a:ahLst/>
            <a:cxnLst/>
            <a:rect l="l" t="t" r="r" b="b"/>
            <a:pathLst>
              <a:path w="15087600" h="1742950">
                <a:moveTo>
                  <a:pt x="0" y="0"/>
                </a:moveTo>
                <a:lnTo>
                  <a:pt x="15087600" y="0"/>
                </a:lnTo>
                <a:lnTo>
                  <a:pt x="15087600" y="1742950"/>
                </a:lnTo>
                <a:lnTo>
                  <a:pt x="0" y="1742950"/>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endParaRPr lang="en-US"/>
          </a:p>
        </p:txBody>
      </p:sp>
      <p:sp>
        <p:nvSpPr>
          <p:cNvPr id="12" name="Freeform 12"/>
          <p:cNvSpPr/>
          <p:nvPr/>
        </p:nvSpPr>
        <p:spPr>
          <a:xfrm>
            <a:off x="1837504" y="4652888"/>
            <a:ext cx="6296850" cy="7158100"/>
          </a:xfrm>
          <a:custGeom>
            <a:avLst/>
            <a:gdLst/>
            <a:ahLst/>
            <a:cxnLst/>
            <a:rect l="l" t="t" r="r" b="b"/>
            <a:pathLst>
              <a:path w="6296850" h="7158100">
                <a:moveTo>
                  <a:pt x="0" y="0"/>
                </a:moveTo>
                <a:lnTo>
                  <a:pt x="6296850" y="0"/>
                </a:lnTo>
                <a:lnTo>
                  <a:pt x="6296850" y="7158100"/>
                </a:lnTo>
                <a:lnTo>
                  <a:pt x="0" y="7158100"/>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C8EAFF"/>
        </a:solidFill>
        <a:effectLst/>
      </p:bgPr>
    </p:bg>
    <p:spTree>
      <p:nvGrpSpPr>
        <p:cNvPr id="1" name=""/>
        <p:cNvGrpSpPr/>
        <p:nvPr/>
      </p:nvGrpSpPr>
      <p:grpSpPr>
        <a:xfrm>
          <a:off x="0" y="0"/>
          <a:ext cx="0" cy="0"/>
          <a:chOff x="0" y="0"/>
          <a:chExt cx="0" cy="0"/>
        </a:xfrm>
      </p:grpSpPr>
      <p:sp>
        <p:nvSpPr>
          <p:cNvPr id="2" name="Freeform 2"/>
          <p:cNvSpPr/>
          <p:nvPr/>
        </p:nvSpPr>
        <p:spPr>
          <a:xfrm>
            <a:off x="0" y="291353"/>
            <a:ext cx="16291873" cy="8679275"/>
          </a:xfrm>
          <a:custGeom>
            <a:avLst/>
            <a:gdLst/>
            <a:ahLst/>
            <a:cxnLst/>
            <a:rect l="l" t="t" r="r" b="b"/>
            <a:pathLst>
              <a:path w="16291873" h="8679275">
                <a:moveTo>
                  <a:pt x="0" y="0"/>
                </a:moveTo>
                <a:lnTo>
                  <a:pt x="16291873" y="0"/>
                </a:lnTo>
                <a:lnTo>
                  <a:pt x="16291873" y="8679275"/>
                </a:lnTo>
                <a:lnTo>
                  <a:pt x="0" y="8679275"/>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3" name="Freeform 3"/>
          <p:cNvSpPr/>
          <p:nvPr/>
        </p:nvSpPr>
        <p:spPr>
          <a:xfrm>
            <a:off x="0" y="0"/>
            <a:ext cx="18288006" cy="10287002"/>
          </a:xfrm>
          <a:custGeom>
            <a:avLst/>
            <a:gdLst/>
            <a:ahLst/>
            <a:cxnLst/>
            <a:rect l="l" t="t" r="r" b="b"/>
            <a:pathLst>
              <a:path w="18288006" h="10287002">
                <a:moveTo>
                  <a:pt x="0" y="0"/>
                </a:moveTo>
                <a:lnTo>
                  <a:pt x="18288006" y="0"/>
                </a:lnTo>
                <a:lnTo>
                  <a:pt x="18288006" y="10287002"/>
                </a:lnTo>
                <a:lnTo>
                  <a:pt x="0" y="10287002"/>
                </a:lnTo>
                <a:lnTo>
                  <a:pt x="0" y="0"/>
                </a:lnTo>
                <a:close/>
              </a:path>
            </a:pathLst>
          </a:custGeom>
          <a:blipFill>
            <a:blip r:embed="rId5">
              <a:alphaModFix amt="57999"/>
            </a:blip>
            <a:stretch>
              <a:fillRect/>
            </a:stretch>
          </a:blipFill>
        </p:spPr>
        <p:txBody>
          <a:bodyPr/>
          <a:lstStyle/>
          <a:p>
            <a:endParaRPr lang="en-US"/>
          </a:p>
        </p:txBody>
      </p:sp>
      <p:sp>
        <p:nvSpPr>
          <p:cNvPr id="4" name="Freeform 4"/>
          <p:cNvSpPr/>
          <p:nvPr/>
        </p:nvSpPr>
        <p:spPr>
          <a:xfrm>
            <a:off x="9886952" y="-2487382"/>
            <a:ext cx="10591802" cy="4732396"/>
          </a:xfrm>
          <a:custGeom>
            <a:avLst/>
            <a:gdLst/>
            <a:ahLst/>
            <a:cxnLst/>
            <a:rect l="l" t="t" r="r" b="b"/>
            <a:pathLst>
              <a:path w="10591802" h="4732396">
                <a:moveTo>
                  <a:pt x="0" y="0"/>
                </a:moveTo>
                <a:lnTo>
                  <a:pt x="10591802" y="0"/>
                </a:lnTo>
                <a:lnTo>
                  <a:pt x="10591802" y="4732396"/>
                </a:lnTo>
                <a:lnTo>
                  <a:pt x="0" y="4732396"/>
                </a:lnTo>
                <a:lnTo>
                  <a:pt x="0" y="0"/>
                </a:lnTo>
                <a:close/>
              </a:path>
            </a:pathLst>
          </a:custGeom>
          <a:blipFill>
            <a:blip r:embed="rId6"/>
            <a:stretch>
              <a:fillRect/>
            </a:stretch>
          </a:blipFill>
        </p:spPr>
        <p:txBody>
          <a:bodyPr/>
          <a:lstStyle/>
          <a:p>
            <a:endParaRPr lang="en-US"/>
          </a:p>
        </p:txBody>
      </p:sp>
      <p:sp>
        <p:nvSpPr>
          <p:cNvPr id="5" name="Freeform 5"/>
          <p:cNvSpPr/>
          <p:nvPr/>
        </p:nvSpPr>
        <p:spPr>
          <a:xfrm>
            <a:off x="12268202" y="7547054"/>
            <a:ext cx="10591798" cy="4503776"/>
          </a:xfrm>
          <a:custGeom>
            <a:avLst/>
            <a:gdLst/>
            <a:ahLst/>
            <a:cxnLst/>
            <a:rect l="l" t="t" r="r" b="b"/>
            <a:pathLst>
              <a:path w="10591798" h="4503776">
                <a:moveTo>
                  <a:pt x="0" y="0"/>
                </a:moveTo>
                <a:lnTo>
                  <a:pt x="10591798" y="0"/>
                </a:lnTo>
                <a:lnTo>
                  <a:pt x="10591798" y="4503776"/>
                </a:lnTo>
                <a:lnTo>
                  <a:pt x="0" y="4503776"/>
                </a:lnTo>
                <a:lnTo>
                  <a:pt x="0" y="0"/>
                </a:lnTo>
                <a:close/>
              </a:path>
            </a:pathLst>
          </a:custGeom>
          <a:blipFill>
            <a:blip r:embed="rId7"/>
            <a:stretch>
              <a:fillRect/>
            </a:stretch>
          </a:blipFill>
        </p:spPr>
        <p:txBody>
          <a:bodyPr/>
          <a:lstStyle/>
          <a:p>
            <a:endParaRPr lang="en-US"/>
          </a:p>
        </p:txBody>
      </p:sp>
      <p:sp>
        <p:nvSpPr>
          <p:cNvPr id="6" name="Freeform 6"/>
          <p:cNvSpPr/>
          <p:nvPr/>
        </p:nvSpPr>
        <p:spPr>
          <a:xfrm>
            <a:off x="13976420" y="-553821"/>
            <a:ext cx="5402458" cy="11279990"/>
          </a:xfrm>
          <a:custGeom>
            <a:avLst/>
            <a:gdLst/>
            <a:ahLst/>
            <a:cxnLst/>
            <a:rect l="l" t="t" r="r" b="b"/>
            <a:pathLst>
              <a:path w="5402458" h="11279990">
                <a:moveTo>
                  <a:pt x="0" y="0"/>
                </a:moveTo>
                <a:lnTo>
                  <a:pt x="5402458" y="0"/>
                </a:lnTo>
                <a:lnTo>
                  <a:pt x="5402458" y="11279990"/>
                </a:lnTo>
                <a:lnTo>
                  <a:pt x="0" y="1127999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US"/>
          </a:p>
        </p:txBody>
      </p:sp>
      <p:sp>
        <p:nvSpPr>
          <p:cNvPr id="7" name="Freeform 7"/>
          <p:cNvSpPr/>
          <p:nvPr/>
        </p:nvSpPr>
        <p:spPr>
          <a:xfrm>
            <a:off x="9429750" y="9199586"/>
            <a:ext cx="7848600" cy="1868450"/>
          </a:xfrm>
          <a:custGeom>
            <a:avLst/>
            <a:gdLst/>
            <a:ahLst/>
            <a:cxnLst/>
            <a:rect l="l" t="t" r="r" b="b"/>
            <a:pathLst>
              <a:path w="7848600" h="1868450">
                <a:moveTo>
                  <a:pt x="0" y="0"/>
                </a:moveTo>
                <a:lnTo>
                  <a:pt x="7848600" y="0"/>
                </a:lnTo>
                <a:lnTo>
                  <a:pt x="7848600" y="1868450"/>
                </a:lnTo>
                <a:lnTo>
                  <a:pt x="0" y="1868450"/>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US"/>
          </a:p>
        </p:txBody>
      </p:sp>
      <p:sp>
        <p:nvSpPr>
          <p:cNvPr id="8" name="Freeform 8"/>
          <p:cNvSpPr/>
          <p:nvPr/>
        </p:nvSpPr>
        <p:spPr>
          <a:xfrm>
            <a:off x="-1764600" y="8305798"/>
            <a:ext cx="10591798" cy="3617048"/>
          </a:xfrm>
          <a:custGeom>
            <a:avLst/>
            <a:gdLst/>
            <a:ahLst/>
            <a:cxnLst/>
            <a:rect l="l" t="t" r="r" b="b"/>
            <a:pathLst>
              <a:path w="10591798" h="3617048">
                <a:moveTo>
                  <a:pt x="0" y="0"/>
                </a:moveTo>
                <a:lnTo>
                  <a:pt x="10591798" y="0"/>
                </a:lnTo>
                <a:lnTo>
                  <a:pt x="10591798" y="3617048"/>
                </a:lnTo>
                <a:lnTo>
                  <a:pt x="0" y="3617048"/>
                </a:lnTo>
                <a:lnTo>
                  <a:pt x="0" y="0"/>
                </a:lnTo>
                <a:close/>
              </a:path>
            </a:pathLst>
          </a:custGeom>
          <a:blipFill>
            <a:blip r:embed="rId12"/>
            <a:stretch>
              <a:fillRect t="-21498" b="-21508"/>
            </a:stretch>
          </a:blipFill>
        </p:spPr>
        <p:txBody>
          <a:bodyPr/>
          <a:lstStyle/>
          <a:p>
            <a:endParaRPr lang="en-US"/>
          </a:p>
        </p:txBody>
      </p:sp>
      <p:sp>
        <p:nvSpPr>
          <p:cNvPr id="9" name="TextBox 9"/>
          <p:cNvSpPr txBox="1"/>
          <p:nvPr/>
        </p:nvSpPr>
        <p:spPr>
          <a:xfrm>
            <a:off x="358925" y="-9525"/>
            <a:ext cx="15017136" cy="8563822"/>
          </a:xfrm>
          <a:prstGeom prst="rect">
            <a:avLst/>
          </a:prstGeom>
        </p:spPr>
        <p:txBody>
          <a:bodyPr lIns="0" tIns="0" rIns="0" bIns="0" rtlCol="0" anchor="t">
            <a:spAutoFit/>
          </a:bodyPr>
          <a:lstStyle/>
          <a:p>
            <a:pPr algn="l">
              <a:lnSpc>
                <a:spcPts val="3810"/>
              </a:lnSpc>
            </a:pPr>
            <a:endParaRPr/>
          </a:p>
          <a:p>
            <a:pPr algn="l">
              <a:lnSpc>
                <a:spcPts val="3810"/>
              </a:lnSpc>
            </a:pPr>
            <a:r>
              <a:rPr lang="en-US" sz="3175">
                <a:solidFill>
                  <a:srgbClr val="13394F"/>
                </a:solidFill>
                <a:latin typeface="Lexend Deca"/>
                <a:ea typeface="Lexend Deca"/>
                <a:cs typeface="Lexend Deca"/>
                <a:sym typeface="Lexend Deca"/>
              </a:rPr>
              <a:t>The Flight Management System provides an efficient and user-friendly solution for managing flight reservations and related operations. The system successfully automates the process of flight searching, booking, and administration, reducing manual effort and minimizing errors. By offering separate functionalities for users and administrators, the system ensures organized data management and secure access to system resources.</a:t>
            </a:r>
          </a:p>
          <a:p>
            <a:pPr algn="l">
              <a:lnSpc>
                <a:spcPts val="3810"/>
              </a:lnSpc>
            </a:pPr>
            <a:endParaRPr lang="en-US" sz="3175">
              <a:solidFill>
                <a:srgbClr val="13394F"/>
              </a:solidFill>
              <a:latin typeface="Lexend Deca"/>
              <a:ea typeface="Lexend Deca"/>
              <a:cs typeface="Lexend Deca"/>
              <a:sym typeface="Lexend Deca"/>
            </a:endParaRPr>
          </a:p>
          <a:p>
            <a:pPr algn="l">
              <a:lnSpc>
                <a:spcPts val="3810"/>
              </a:lnSpc>
            </a:pPr>
            <a:r>
              <a:rPr lang="en-US" sz="3175">
                <a:solidFill>
                  <a:srgbClr val="13394F"/>
                </a:solidFill>
                <a:latin typeface="Lexend Deca"/>
                <a:ea typeface="Lexend Deca"/>
                <a:cs typeface="Lexend Deca"/>
                <a:sym typeface="Lexend Deca"/>
              </a:rPr>
              <a:t>The implemented system improves accessibility to flight information and enhances the overall user experience through a simple and intuitive interface. In addition, the use of a structured database design ensures data accuracy, consistency, and scalability. Although the current version focuses on core functionalities, the system is designed to support future enhancements such as online payments, real-time notifications, and advanced reporting features.</a:t>
            </a:r>
          </a:p>
          <a:p>
            <a:pPr algn="l">
              <a:lnSpc>
                <a:spcPts val="3810"/>
              </a:lnSpc>
            </a:pPr>
            <a:endParaRPr lang="en-US" sz="3175">
              <a:solidFill>
                <a:srgbClr val="13394F"/>
              </a:solidFill>
              <a:latin typeface="Lexend Deca"/>
              <a:ea typeface="Lexend Deca"/>
              <a:cs typeface="Lexend Deca"/>
              <a:sym typeface="Lexend Deca"/>
            </a:endParaRPr>
          </a:p>
          <a:p>
            <a:pPr algn="l">
              <a:lnSpc>
                <a:spcPts val="3810"/>
              </a:lnSpc>
            </a:pPr>
            <a:r>
              <a:rPr lang="en-US" sz="3175">
                <a:solidFill>
                  <a:srgbClr val="13394F"/>
                </a:solidFill>
                <a:latin typeface="Lexend Deca"/>
                <a:ea typeface="Lexend Deca"/>
                <a:cs typeface="Lexend Deca"/>
                <a:sym typeface="Lexend Deca"/>
              </a:rPr>
              <a:t>Overall, the Flight Management System achieves its objectives and provides a strong foundation for future development and expansion.</a:t>
            </a:r>
          </a:p>
        </p:txBody>
      </p:sp>
      <p:sp>
        <p:nvSpPr>
          <p:cNvPr id="10" name="Freeform 10"/>
          <p:cNvSpPr/>
          <p:nvPr/>
        </p:nvSpPr>
        <p:spPr>
          <a:xfrm>
            <a:off x="15031362" y="3656584"/>
            <a:ext cx="4069525" cy="4131432"/>
          </a:xfrm>
          <a:custGeom>
            <a:avLst/>
            <a:gdLst/>
            <a:ahLst/>
            <a:cxnLst/>
            <a:rect l="l" t="t" r="r" b="b"/>
            <a:pathLst>
              <a:path w="4069525" h="4131432">
                <a:moveTo>
                  <a:pt x="0" y="0"/>
                </a:moveTo>
                <a:lnTo>
                  <a:pt x="4069525" y="0"/>
                </a:lnTo>
                <a:lnTo>
                  <a:pt x="4069525" y="4131432"/>
                </a:lnTo>
                <a:lnTo>
                  <a:pt x="0" y="4131432"/>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txBody>
          <a:bodyPr/>
          <a:lstStyle/>
          <a:p>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C8EAFF"/>
        </a:solidFill>
        <a:effectLst/>
      </p:bgPr>
    </p:bg>
    <p:spTree>
      <p:nvGrpSpPr>
        <p:cNvPr id="1" name=""/>
        <p:cNvGrpSpPr/>
        <p:nvPr/>
      </p:nvGrpSpPr>
      <p:grpSpPr>
        <a:xfrm>
          <a:off x="0" y="0"/>
          <a:ext cx="0" cy="0"/>
          <a:chOff x="0" y="0"/>
          <a:chExt cx="0" cy="0"/>
        </a:xfrm>
      </p:grpSpPr>
      <p:sp>
        <p:nvSpPr>
          <p:cNvPr id="2" name="Freeform 2"/>
          <p:cNvSpPr/>
          <p:nvPr/>
        </p:nvSpPr>
        <p:spPr>
          <a:xfrm>
            <a:off x="0" y="0"/>
            <a:ext cx="18288006" cy="10287002"/>
          </a:xfrm>
          <a:custGeom>
            <a:avLst/>
            <a:gdLst/>
            <a:ahLst/>
            <a:cxnLst/>
            <a:rect l="l" t="t" r="r" b="b"/>
            <a:pathLst>
              <a:path w="18288006" h="10287002">
                <a:moveTo>
                  <a:pt x="0" y="0"/>
                </a:moveTo>
                <a:lnTo>
                  <a:pt x="18288006" y="0"/>
                </a:lnTo>
                <a:lnTo>
                  <a:pt x="18288006" y="10287002"/>
                </a:lnTo>
                <a:lnTo>
                  <a:pt x="0" y="10287002"/>
                </a:lnTo>
                <a:lnTo>
                  <a:pt x="0" y="0"/>
                </a:lnTo>
                <a:close/>
              </a:path>
            </a:pathLst>
          </a:custGeom>
          <a:blipFill>
            <a:blip r:embed="rId3">
              <a:alphaModFix amt="57999"/>
            </a:blip>
            <a:stretch>
              <a:fillRect/>
            </a:stretch>
          </a:blipFill>
        </p:spPr>
        <p:txBody>
          <a:bodyPr/>
          <a:lstStyle/>
          <a:p>
            <a:endParaRPr lang="en-US"/>
          </a:p>
        </p:txBody>
      </p:sp>
      <p:sp>
        <p:nvSpPr>
          <p:cNvPr id="3" name="Freeform 3"/>
          <p:cNvSpPr/>
          <p:nvPr/>
        </p:nvSpPr>
        <p:spPr>
          <a:xfrm flipH="1">
            <a:off x="13011150" y="-2167764"/>
            <a:ext cx="10591800" cy="4907960"/>
          </a:xfrm>
          <a:custGeom>
            <a:avLst/>
            <a:gdLst/>
            <a:ahLst/>
            <a:cxnLst/>
            <a:rect l="l" t="t" r="r" b="b"/>
            <a:pathLst>
              <a:path w="10591800" h="4907960">
                <a:moveTo>
                  <a:pt x="10591800" y="0"/>
                </a:moveTo>
                <a:lnTo>
                  <a:pt x="0" y="0"/>
                </a:lnTo>
                <a:lnTo>
                  <a:pt x="0" y="4907960"/>
                </a:lnTo>
                <a:lnTo>
                  <a:pt x="10591800" y="4907960"/>
                </a:lnTo>
                <a:lnTo>
                  <a:pt x="10591800" y="0"/>
                </a:lnTo>
                <a:close/>
              </a:path>
            </a:pathLst>
          </a:custGeom>
          <a:blipFill>
            <a:blip r:embed="rId4"/>
            <a:stretch>
              <a:fillRect/>
            </a:stretch>
          </a:blipFill>
        </p:spPr>
        <p:txBody>
          <a:bodyPr/>
          <a:lstStyle/>
          <a:p>
            <a:endParaRPr lang="en-US"/>
          </a:p>
        </p:txBody>
      </p:sp>
      <p:sp>
        <p:nvSpPr>
          <p:cNvPr id="4" name="Freeform 4"/>
          <p:cNvSpPr/>
          <p:nvPr/>
        </p:nvSpPr>
        <p:spPr>
          <a:xfrm flipH="1">
            <a:off x="12400198" y="3446148"/>
            <a:ext cx="8922702" cy="3851950"/>
          </a:xfrm>
          <a:custGeom>
            <a:avLst/>
            <a:gdLst/>
            <a:ahLst/>
            <a:cxnLst/>
            <a:rect l="l" t="t" r="r" b="b"/>
            <a:pathLst>
              <a:path w="8922702" h="3851950">
                <a:moveTo>
                  <a:pt x="8922702" y="0"/>
                </a:moveTo>
                <a:lnTo>
                  <a:pt x="0" y="0"/>
                </a:lnTo>
                <a:lnTo>
                  <a:pt x="0" y="3851950"/>
                </a:lnTo>
                <a:lnTo>
                  <a:pt x="8922702" y="3851950"/>
                </a:lnTo>
                <a:lnTo>
                  <a:pt x="8922702" y="0"/>
                </a:lnTo>
                <a:close/>
              </a:path>
            </a:pathLst>
          </a:custGeom>
          <a:blipFill>
            <a:blip r:embed="rId5"/>
            <a:stretch>
              <a:fillRect/>
            </a:stretch>
          </a:blipFill>
        </p:spPr>
        <p:txBody>
          <a:bodyPr/>
          <a:lstStyle/>
          <a:p>
            <a:endParaRPr lang="en-US"/>
          </a:p>
        </p:txBody>
      </p:sp>
      <p:sp>
        <p:nvSpPr>
          <p:cNvPr id="5" name="Freeform 5"/>
          <p:cNvSpPr/>
          <p:nvPr/>
        </p:nvSpPr>
        <p:spPr>
          <a:xfrm flipH="1">
            <a:off x="8764151" y="5796928"/>
            <a:ext cx="10591798" cy="5712050"/>
          </a:xfrm>
          <a:custGeom>
            <a:avLst/>
            <a:gdLst/>
            <a:ahLst/>
            <a:cxnLst/>
            <a:rect l="l" t="t" r="r" b="b"/>
            <a:pathLst>
              <a:path w="10591798" h="5712050">
                <a:moveTo>
                  <a:pt x="10591798" y="0"/>
                </a:moveTo>
                <a:lnTo>
                  <a:pt x="0" y="0"/>
                </a:lnTo>
                <a:lnTo>
                  <a:pt x="0" y="5712050"/>
                </a:lnTo>
                <a:lnTo>
                  <a:pt x="10591798" y="5712050"/>
                </a:lnTo>
                <a:lnTo>
                  <a:pt x="10591798" y="0"/>
                </a:lnTo>
                <a:close/>
              </a:path>
            </a:pathLst>
          </a:custGeom>
          <a:blipFill>
            <a:blip r:embed="rId6"/>
            <a:stretch>
              <a:fillRect/>
            </a:stretch>
          </a:blipFill>
        </p:spPr>
        <p:txBody>
          <a:bodyPr/>
          <a:lstStyle/>
          <a:p>
            <a:endParaRPr lang="en-US"/>
          </a:p>
        </p:txBody>
      </p:sp>
      <p:sp>
        <p:nvSpPr>
          <p:cNvPr id="6" name="Freeform 6"/>
          <p:cNvSpPr/>
          <p:nvPr/>
        </p:nvSpPr>
        <p:spPr>
          <a:xfrm flipH="1">
            <a:off x="-1928750" y="-2015354"/>
            <a:ext cx="8497550" cy="4149900"/>
          </a:xfrm>
          <a:custGeom>
            <a:avLst/>
            <a:gdLst/>
            <a:ahLst/>
            <a:cxnLst/>
            <a:rect l="l" t="t" r="r" b="b"/>
            <a:pathLst>
              <a:path w="8497550" h="4149900">
                <a:moveTo>
                  <a:pt x="8497550" y="0"/>
                </a:moveTo>
                <a:lnTo>
                  <a:pt x="0" y="0"/>
                </a:lnTo>
                <a:lnTo>
                  <a:pt x="0" y="4149900"/>
                </a:lnTo>
                <a:lnTo>
                  <a:pt x="8497550" y="4149900"/>
                </a:lnTo>
                <a:lnTo>
                  <a:pt x="8497550" y="0"/>
                </a:lnTo>
                <a:close/>
              </a:path>
            </a:pathLst>
          </a:custGeom>
          <a:blipFill>
            <a:blip r:embed="rId7"/>
            <a:stretch>
              <a:fillRect/>
            </a:stretch>
          </a:blipFill>
        </p:spPr>
        <p:txBody>
          <a:bodyPr/>
          <a:lstStyle/>
          <a:p>
            <a:endParaRPr lang="en-US"/>
          </a:p>
        </p:txBody>
      </p:sp>
      <p:sp>
        <p:nvSpPr>
          <p:cNvPr id="7" name="Freeform 7"/>
          <p:cNvSpPr/>
          <p:nvPr/>
        </p:nvSpPr>
        <p:spPr>
          <a:xfrm>
            <a:off x="-677480" y="2228850"/>
            <a:ext cx="1829400" cy="8115300"/>
          </a:xfrm>
          <a:custGeom>
            <a:avLst/>
            <a:gdLst/>
            <a:ahLst/>
            <a:cxnLst/>
            <a:rect l="l" t="t" r="r" b="b"/>
            <a:pathLst>
              <a:path w="1829400" h="8115300">
                <a:moveTo>
                  <a:pt x="0" y="0"/>
                </a:moveTo>
                <a:lnTo>
                  <a:pt x="1829400" y="0"/>
                </a:lnTo>
                <a:lnTo>
                  <a:pt x="1829400" y="8115300"/>
                </a:lnTo>
                <a:lnTo>
                  <a:pt x="0" y="811530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US"/>
          </a:p>
        </p:txBody>
      </p:sp>
      <p:sp>
        <p:nvSpPr>
          <p:cNvPr id="8" name="TextBox 8"/>
          <p:cNvSpPr txBox="1"/>
          <p:nvPr/>
        </p:nvSpPr>
        <p:spPr>
          <a:xfrm>
            <a:off x="1151920" y="362419"/>
            <a:ext cx="6527550" cy="1953600"/>
          </a:xfrm>
          <a:prstGeom prst="rect">
            <a:avLst/>
          </a:prstGeom>
        </p:spPr>
        <p:txBody>
          <a:bodyPr lIns="0" tIns="0" rIns="0" bIns="0" rtlCol="0" anchor="t">
            <a:spAutoFit/>
          </a:bodyPr>
          <a:lstStyle/>
          <a:p>
            <a:pPr algn="l">
              <a:lnSpc>
                <a:spcPts val="14400"/>
              </a:lnSpc>
            </a:pPr>
            <a:r>
              <a:rPr lang="en-US" sz="12000">
                <a:solidFill>
                  <a:srgbClr val="13394F"/>
                </a:solidFill>
                <a:latin typeface="Bebas Neue"/>
                <a:ea typeface="Bebas Neue"/>
                <a:cs typeface="Bebas Neue"/>
                <a:sym typeface="Bebas Neue"/>
              </a:rPr>
              <a:t>THANKS!</a:t>
            </a:r>
          </a:p>
        </p:txBody>
      </p:sp>
      <p:sp>
        <p:nvSpPr>
          <p:cNvPr id="9" name="TextBox 9"/>
          <p:cNvSpPr txBox="1"/>
          <p:nvPr/>
        </p:nvSpPr>
        <p:spPr>
          <a:xfrm>
            <a:off x="494801" y="2340642"/>
            <a:ext cx="9882675" cy="1105506"/>
          </a:xfrm>
          <a:prstGeom prst="rect">
            <a:avLst/>
          </a:prstGeom>
        </p:spPr>
        <p:txBody>
          <a:bodyPr lIns="0" tIns="0" rIns="0" bIns="0" rtlCol="0" anchor="t">
            <a:spAutoFit/>
          </a:bodyPr>
          <a:lstStyle/>
          <a:p>
            <a:pPr algn="l">
              <a:lnSpc>
                <a:spcPts val="8720"/>
              </a:lnSpc>
            </a:pPr>
            <a:r>
              <a:rPr lang="en-US" sz="7267">
                <a:solidFill>
                  <a:srgbClr val="13394F"/>
                </a:solidFill>
                <a:latin typeface="Bebas Neue"/>
                <a:ea typeface="Bebas Neue"/>
                <a:cs typeface="Bebas Neue"/>
                <a:sym typeface="Bebas Neue"/>
              </a:rPr>
              <a:t>DO YOU HAVE ANY QUESTIONS?</a:t>
            </a:r>
          </a:p>
        </p:txBody>
      </p:sp>
      <p:sp>
        <p:nvSpPr>
          <p:cNvPr id="10" name="Freeform 10"/>
          <p:cNvSpPr/>
          <p:nvPr/>
        </p:nvSpPr>
        <p:spPr>
          <a:xfrm>
            <a:off x="13543891" y="321736"/>
            <a:ext cx="3527203" cy="3345634"/>
          </a:xfrm>
          <a:custGeom>
            <a:avLst/>
            <a:gdLst/>
            <a:ahLst/>
            <a:cxnLst/>
            <a:rect l="l" t="t" r="r" b="b"/>
            <a:pathLst>
              <a:path w="3527203" h="3345634">
                <a:moveTo>
                  <a:pt x="0" y="0"/>
                </a:moveTo>
                <a:lnTo>
                  <a:pt x="3527203" y="0"/>
                </a:lnTo>
                <a:lnTo>
                  <a:pt x="3527203" y="3345634"/>
                </a:lnTo>
                <a:lnTo>
                  <a:pt x="0" y="3345634"/>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US"/>
          </a:p>
        </p:txBody>
      </p:sp>
      <p:sp>
        <p:nvSpPr>
          <p:cNvPr id="11" name="Freeform 11"/>
          <p:cNvSpPr/>
          <p:nvPr/>
        </p:nvSpPr>
        <p:spPr>
          <a:xfrm>
            <a:off x="8764151" y="4714619"/>
            <a:ext cx="3591390" cy="2971443"/>
          </a:xfrm>
          <a:custGeom>
            <a:avLst/>
            <a:gdLst/>
            <a:ahLst/>
            <a:cxnLst/>
            <a:rect l="l" t="t" r="r" b="b"/>
            <a:pathLst>
              <a:path w="3591390" h="2971443">
                <a:moveTo>
                  <a:pt x="0" y="0"/>
                </a:moveTo>
                <a:lnTo>
                  <a:pt x="3591389" y="0"/>
                </a:lnTo>
                <a:lnTo>
                  <a:pt x="3591389" y="2971442"/>
                </a:lnTo>
                <a:lnTo>
                  <a:pt x="0" y="2971442"/>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endParaRPr lang="en-US"/>
          </a:p>
        </p:txBody>
      </p:sp>
      <p:sp>
        <p:nvSpPr>
          <p:cNvPr id="12" name="Freeform 12"/>
          <p:cNvSpPr/>
          <p:nvPr/>
        </p:nvSpPr>
        <p:spPr>
          <a:xfrm>
            <a:off x="16013500" y="2762250"/>
            <a:ext cx="2674550" cy="7962900"/>
          </a:xfrm>
          <a:custGeom>
            <a:avLst/>
            <a:gdLst/>
            <a:ahLst/>
            <a:cxnLst/>
            <a:rect l="l" t="t" r="r" b="b"/>
            <a:pathLst>
              <a:path w="2674550" h="7962900">
                <a:moveTo>
                  <a:pt x="0" y="0"/>
                </a:moveTo>
                <a:lnTo>
                  <a:pt x="2674550" y="0"/>
                </a:lnTo>
                <a:lnTo>
                  <a:pt x="2674550" y="7962900"/>
                </a:lnTo>
                <a:lnTo>
                  <a:pt x="0" y="7962900"/>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endParaRPr lang="en-US"/>
          </a:p>
        </p:txBody>
      </p:sp>
      <p:sp>
        <p:nvSpPr>
          <p:cNvPr id="13" name="Freeform 13"/>
          <p:cNvSpPr/>
          <p:nvPr/>
        </p:nvSpPr>
        <p:spPr>
          <a:xfrm>
            <a:off x="8399412" y="-633282"/>
            <a:ext cx="3956129" cy="5380570"/>
          </a:xfrm>
          <a:custGeom>
            <a:avLst/>
            <a:gdLst/>
            <a:ahLst/>
            <a:cxnLst/>
            <a:rect l="l" t="t" r="r" b="b"/>
            <a:pathLst>
              <a:path w="3956129" h="5380570">
                <a:moveTo>
                  <a:pt x="0" y="0"/>
                </a:moveTo>
                <a:lnTo>
                  <a:pt x="3956128" y="0"/>
                </a:lnTo>
                <a:lnTo>
                  <a:pt x="3956128" y="5380570"/>
                </a:lnTo>
                <a:lnTo>
                  <a:pt x="0" y="5380570"/>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txBody>
          <a:bodyPr/>
          <a:lstStyle/>
          <a:p>
            <a:endParaRPr lang="en-US"/>
          </a:p>
        </p:txBody>
      </p:sp>
      <p:sp>
        <p:nvSpPr>
          <p:cNvPr id="14" name="Freeform 14"/>
          <p:cNvSpPr/>
          <p:nvPr/>
        </p:nvSpPr>
        <p:spPr>
          <a:xfrm>
            <a:off x="1347808" y="3679021"/>
            <a:ext cx="5220992" cy="6129358"/>
          </a:xfrm>
          <a:custGeom>
            <a:avLst/>
            <a:gdLst/>
            <a:ahLst/>
            <a:cxnLst/>
            <a:rect l="l" t="t" r="r" b="b"/>
            <a:pathLst>
              <a:path w="5220992" h="6129358">
                <a:moveTo>
                  <a:pt x="0" y="0"/>
                </a:moveTo>
                <a:lnTo>
                  <a:pt x="5220992" y="0"/>
                </a:lnTo>
                <a:lnTo>
                  <a:pt x="5220992" y="6129358"/>
                </a:lnTo>
                <a:lnTo>
                  <a:pt x="0" y="6129358"/>
                </a:lnTo>
                <a:lnTo>
                  <a:pt x="0" y="0"/>
                </a:lnTo>
                <a:close/>
              </a:path>
            </a:pathLst>
          </a:custGeom>
          <a:blipFill>
            <a:blip r:embed="rId18"/>
            <a:stretch>
              <a:fillRect r="-429"/>
            </a:stretch>
          </a:blipFill>
        </p:spPr>
        <p:txBody>
          <a:bodyPr/>
          <a:lstStyle/>
          <a:p>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TotalTime>
  <Words>1939</Words>
  <Application>Microsoft Office PowerPoint</Application>
  <PresentationFormat>Custom</PresentationFormat>
  <Paragraphs>442</Paragraphs>
  <Slides>54</Slides>
  <Notes>54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54</vt:i4>
      </vt:variant>
    </vt:vector>
  </HeadingPairs>
  <TitlesOfParts>
    <vt:vector size="61" baseType="lpstr">
      <vt:lpstr>Lexend Deca</vt:lpstr>
      <vt:lpstr>Arial MT Pro</vt:lpstr>
      <vt:lpstr>Bebas Neue</vt:lpstr>
      <vt:lpstr>Calibri</vt:lpstr>
      <vt:lpstr>Bebas Neue Bold</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Flighty project.pptx</dc:title>
  <cp:lastModifiedBy>shimaa elsherbiny</cp:lastModifiedBy>
  <cp:revision>2</cp:revision>
  <dcterms:created xsi:type="dcterms:W3CDTF">2006-08-16T00:00:00Z</dcterms:created>
  <dcterms:modified xsi:type="dcterms:W3CDTF">2025-12-15T19:52:56Z</dcterms:modified>
  <dc:identifier>DAG7aaIPJ34</dc:identifier>
</cp:coreProperties>
</file>